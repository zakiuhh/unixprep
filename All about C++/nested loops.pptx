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0" r:id="rId1"/>
  </p:sldMasterIdLst>
  <p:notesMasterIdLst>
    <p:notesMasterId r:id="rId61"/>
  </p:notesMasterIdLst>
  <p:handoutMasterIdLst>
    <p:handoutMasterId r:id="rId62"/>
  </p:handoutMasterIdLst>
  <p:sldIdLst>
    <p:sldId id="389" r:id="rId2"/>
    <p:sldId id="478" r:id="rId3"/>
    <p:sldId id="412" r:id="rId4"/>
    <p:sldId id="724" r:id="rId5"/>
    <p:sldId id="655" r:id="rId6"/>
    <p:sldId id="790" r:id="rId7"/>
    <p:sldId id="791" r:id="rId8"/>
    <p:sldId id="730" r:id="rId9"/>
    <p:sldId id="731" r:id="rId10"/>
    <p:sldId id="732" r:id="rId11"/>
    <p:sldId id="733" r:id="rId12"/>
    <p:sldId id="734" r:id="rId13"/>
    <p:sldId id="735" r:id="rId14"/>
    <p:sldId id="736" r:id="rId15"/>
    <p:sldId id="737" r:id="rId16"/>
    <p:sldId id="738" r:id="rId17"/>
    <p:sldId id="739" r:id="rId18"/>
    <p:sldId id="740" r:id="rId19"/>
    <p:sldId id="741" r:id="rId20"/>
    <p:sldId id="742" r:id="rId21"/>
    <p:sldId id="743" r:id="rId22"/>
    <p:sldId id="744" r:id="rId23"/>
    <p:sldId id="745" r:id="rId24"/>
    <p:sldId id="746" r:id="rId25"/>
    <p:sldId id="747" r:id="rId26"/>
    <p:sldId id="748" r:id="rId27"/>
    <p:sldId id="749" r:id="rId28"/>
    <p:sldId id="750" r:id="rId29"/>
    <p:sldId id="751" r:id="rId30"/>
    <p:sldId id="752" r:id="rId31"/>
    <p:sldId id="753" r:id="rId32"/>
    <p:sldId id="754" r:id="rId33"/>
    <p:sldId id="755" r:id="rId34"/>
    <p:sldId id="756" r:id="rId35"/>
    <p:sldId id="757" r:id="rId36"/>
    <p:sldId id="758" r:id="rId37"/>
    <p:sldId id="765" r:id="rId38"/>
    <p:sldId id="766" r:id="rId39"/>
    <p:sldId id="767" r:id="rId40"/>
    <p:sldId id="768" r:id="rId41"/>
    <p:sldId id="769" r:id="rId42"/>
    <p:sldId id="770" r:id="rId43"/>
    <p:sldId id="792" r:id="rId44"/>
    <p:sldId id="772" r:id="rId45"/>
    <p:sldId id="773" r:id="rId46"/>
    <p:sldId id="774" r:id="rId47"/>
    <p:sldId id="775" r:id="rId48"/>
    <p:sldId id="776" r:id="rId49"/>
    <p:sldId id="777" r:id="rId50"/>
    <p:sldId id="778" r:id="rId51"/>
    <p:sldId id="779" r:id="rId52"/>
    <p:sldId id="780" r:id="rId53"/>
    <p:sldId id="781" r:id="rId54"/>
    <p:sldId id="782" r:id="rId55"/>
    <p:sldId id="783" r:id="rId56"/>
    <p:sldId id="785" r:id="rId57"/>
    <p:sldId id="786" r:id="rId58"/>
    <p:sldId id="787" r:id="rId59"/>
    <p:sldId id="789" r:id="rId6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  <a:srgbClr val="7ACF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164" autoAdjust="0"/>
    <p:restoredTop sz="84448" autoAdjust="0"/>
  </p:normalViewPr>
  <p:slideViewPr>
    <p:cSldViewPr snapToGrid="0">
      <p:cViewPr varScale="1">
        <p:scale>
          <a:sx n="105" d="100"/>
          <a:sy n="105" d="100"/>
        </p:scale>
        <p:origin x="544" y="184"/>
      </p:cViewPr>
      <p:guideLst>
        <p:guide orient="horz" pos="2160"/>
        <p:guide pos="3840"/>
      </p:guideLst>
    </p:cSldViewPr>
  </p:slid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01513D-0F7A-4D8F-974A-5B4571666E2E}" type="datetimeFigureOut">
              <a:rPr lang="en-US" smtClean="0"/>
              <a:pPr/>
              <a:t>10/24/21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Engr.Shahzad Ahmad Malik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50750D-19F9-43E2-8DCA-5F73DC52FC8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FA57AB-4DA4-46DF-9437-D4198BCC5DE0}" type="datetimeFigureOut">
              <a:rPr lang="en-US"/>
              <a:pPr/>
              <a:t>10/24/21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Engr.Shahzad Ahmad Malik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9C3941-80FA-4FAF-B0AC-18F0E4CC324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056759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9C3941-80FA-4FAF-B0AC-18F0E4CC3245}" type="slidenum">
              <a:rPr lang="en-US"/>
              <a:pPr/>
              <a:t>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Engr.Shahzad Ahmad Malik</a:t>
            </a:r>
          </a:p>
        </p:txBody>
      </p:sp>
    </p:spTree>
    <p:extLst>
      <p:ext uri="{BB962C8B-B14F-4D97-AF65-F5344CB8AC3E}">
        <p14:creationId xmlns:p14="http://schemas.microsoft.com/office/powerpoint/2010/main" val="32402906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10/24/21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1467857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10/24/21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2557893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10/24/21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9197190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10/24/21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953407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10/24/21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391090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10/24/21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4968227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10/24/21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9737172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10/24/21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02067320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10/24/21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85943664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10/24/21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3807047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10/24/21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1011305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10/24/21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17634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2" pos="9216" userDrawn="1">
          <p15:clr>
            <a:srgbClr val="F26B43"/>
          </p15:clr>
        </p15:guide>
        <p15:guide id="13" pos="1248" userDrawn="1">
          <p15:clr>
            <a:srgbClr val="F26B43"/>
          </p15:clr>
        </p15:guide>
        <p15:guide id="14" pos="1152" userDrawn="1">
          <p15:clr>
            <a:srgbClr val="F26B43"/>
          </p15:clr>
        </p15:guide>
        <p15:guide id="15" orient="horz" pos="1368" userDrawn="1">
          <p15:clr>
            <a:srgbClr val="F26B43"/>
          </p15:clr>
        </p15:guide>
        <p15:guide id="16" orient="horz" pos="1440" userDrawn="1">
          <p15:clr>
            <a:srgbClr val="F26B43"/>
          </p15:clr>
        </p15:guide>
        <p15:guide id="17" orient="horz" pos="3696" userDrawn="1">
          <p15:clr>
            <a:srgbClr val="F26B43"/>
          </p15:clr>
        </p15:guide>
        <p15:guide id="18" orient="horz" pos="432" userDrawn="1">
          <p15:clr>
            <a:srgbClr val="F26B43"/>
          </p15:clr>
        </p15:guide>
        <p15:guide id="19" orient="horz" pos="1512" userDrawn="1">
          <p15:clr>
            <a:srgbClr val="F26B43"/>
          </p15:clr>
        </p15:guide>
        <p15:guide id="20" pos="6912" userDrawn="1">
          <p15:clr>
            <a:srgbClr val="F26B43"/>
          </p15:clr>
        </p15:guide>
        <p15:guide id="21" pos="936" userDrawn="1">
          <p15:clr>
            <a:srgbClr val="F26B43"/>
          </p15:clr>
        </p15:guide>
        <p15:guide id="22" pos="86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79756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0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Course Title: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Programming Fundamentals</a:t>
            </a:r>
          </a:p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Course Code: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CSC103</a:t>
            </a:r>
          </a:p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Credit Hours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04 (3+1)</a:t>
            </a:r>
          </a:p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Pre-requisite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None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5577053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914401" y="1131829"/>
            <a:ext cx="10752082" cy="4985193"/>
          </a:xfrm>
        </p:spPr>
        <p:txBody>
          <a:bodyPr>
            <a:normAutofit/>
          </a:bodyPr>
          <a:lstStyle/>
          <a:p>
            <a:pPr algn="just"/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Textbook: 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C++ How to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Programme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, Paul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Deitel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and Harvey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Deitel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, Prentice Hall, 9</a:t>
            </a:r>
            <a:r>
              <a:rPr lang="en-US" sz="3200" baseline="30000" dirty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Edition (February 2013)</a:t>
            </a:r>
          </a:p>
          <a:p>
            <a:pPr algn="just"/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Reference Books: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Turbo C by Robert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Lafore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, 1</a:t>
            </a:r>
            <a:r>
              <a:rPr lang="en-US" sz="3200" baseline="30000" dirty="0">
                <a:latin typeface="Times New Roman" pitchFamily="18" charset="0"/>
                <a:cs typeface="Times New Roman" pitchFamily="18" charset="0"/>
              </a:rPr>
              <a:t>st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Edition (1988)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Introduction to Computers 6th  International Edition, by Peter Norton</a:t>
            </a:r>
          </a:p>
          <a:p>
            <a:pPr algn="just"/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itle 3"/>
          <p:cNvSpPr txBox="1">
            <a:spLocks/>
          </p:cNvSpPr>
          <p:nvPr/>
        </p:nvSpPr>
        <p:spPr>
          <a:xfrm>
            <a:off x="695458" y="-3"/>
            <a:ext cx="11496541" cy="798491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3600" b="1" cap="small" dirty="0">
                <a:latin typeface="Constantia" panose="02030602050306030303" pitchFamily="18" charset="0"/>
              </a:rPr>
              <a:t>books</a:t>
            </a:r>
            <a:endParaRPr lang="en-US" sz="3600" b="1" dirty="0">
              <a:latin typeface="Constantia" panose="0203060205030603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994813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7BE42-5019-6849-87D8-4A7900638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E4CC3-473B-374C-963D-967BC64DE5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Understanding basic concept of loops</a:t>
            </a:r>
          </a:p>
          <a:p>
            <a:r>
              <a:rPr lang="en-US" dirty="0"/>
              <a:t>Why we need loops</a:t>
            </a:r>
          </a:p>
          <a:p>
            <a:r>
              <a:rPr lang="en-US" dirty="0"/>
              <a:t>Advantages of loops</a:t>
            </a:r>
          </a:p>
          <a:p>
            <a:r>
              <a:rPr lang="en-US" dirty="0"/>
              <a:t>While and do while loop</a:t>
            </a:r>
          </a:p>
        </p:txBody>
      </p:sp>
    </p:spTree>
    <p:extLst>
      <p:ext uri="{BB962C8B-B14F-4D97-AF65-F5344CB8AC3E}">
        <p14:creationId xmlns:p14="http://schemas.microsoft.com/office/powerpoint/2010/main" val="84287847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46FAC-615B-7140-A1D5-63BC95956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457200"/>
            <a:ext cx="9601200" cy="849086"/>
          </a:xfrm>
        </p:spPr>
        <p:txBody>
          <a:bodyPr/>
          <a:lstStyle/>
          <a:p>
            <a:r>
              <a:rPr lang="en-US" dirty="0"/>
              <a:t>Objective: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7FD0C1-D137-9347-956E-486C706982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393371"/>
            <a:ext cx="10820400" cy="5007429"/>
          </a:xfrm>
        </p:spPr>
        <p:txBody>
          <a:bodyPr>
            <a:normAutofit/>
          </a:bodyPr>
          <a:lstStyle/>
          <a:p>
            <a:r>
              <a:rPr lang="en-US" dirty="0"/>
              <a:t>Understanding for loops</a:t>
            </a:r>
          </a:p>
          <a:p>
            <a:r>
              <a:rPr lang="en-US" dirty="0"/>
              <a:t>Nested for loops</a:t>
            </a:r>
          </a:p>
          <a:p>
            <a:r>
              <a:rPr lang="en-US" dirty="0"/>
              <a:t>Nested while loops</a:t>
            </a:r>
          </a:p>
          <a:p>
            <a:r>
              <a:rPr lang="en-US" dirty="0"/>
              <a:t>Continue statement</a:t>
            </a:r>
          </a:p>
          <a:p>
            <a:r>
              <a:rPr lang="en-US" dirty="0" err="1"/>
              <a:t>Goto</a:t>
            </a:r>
            <a:r>
              <a:rPr lang="en-US" dirty="0"/>
              <a:t> statement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073262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1AF45-2E30-E94C-9664-5462EAD8D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61546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For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F602F-0019-4544-9AB2-030A7C60A2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41938"/>
            <a:ext cx="9601200" cy="4425462"/>
          </a:xfrm>
        </p:spPr>
        <p:txBody>
          <a:bodyPr>
            <a:normAutofit/>
          </a:bodyPr>
          <a:lstStyle/>
          <a:p>
            <a:r>
              <a:rPr lang="en-US" dirty="0"/>
              <a:t>A loop is used for executing a block of statements repeatedly until a particular condition is satisfied. For example, when you are displaying number from 1 to 100 or in backward direction say from 100 to 1,  you may want set the value of a variable to 1 or 100 and display it 100 times, increasing/decreasing its value by 1 on each loop iteration.</a:t>
            </a:r>
          </a:p>
          <a:p>
            <a:r>
              <a:rPr lang="en-US" dirty="0"/>
              <a:t>Basic syntax is as below:</a:t>
            </a:r>
          </a:p>
          <a:p>
            <a:pPr marL="0" indent="0">
              <a:buNone/>
            </a:pPr>
            <a:r>
              <a:rPr lang="en-US" dirty="0"/>
              <a:t>	for(</a:t>
            </a:r>
            <a:r>
              <a:rPr lang="en-US" dirty="0">
                <a:solidFill>
                  <a:srgbClr val="00B050"/>
                </a:solidFill>
              </a:rPr>
              <a:t>initialization</a:t>
            </a:r>
            <a:r>
              <a:rPr lang="en-US" dirty="0"/>
              <a:t>; </a:t>
            </a:r>
            <a:r>
              <a:rPr lang="en-US" dirty="0">
                <a:solidFill>
                  <a:srgbClr val="002060"/>
                </a:solidFill>
              </a:rPr>
              <a:t>condition</a:t>
            </a:r>
            <a:r>
              <a:rPr lang="en-US" dirty="0"/>
              <a:t> ; </a:t>
            </a:r>
            <a:r>
              <a:rPr lang="en-US" dirty="0">
                <a:solidFill>
                  <a:srgbClr val="00B050"/>
                </a:solidFill>
              </a:rPr>
              <a:t>increment/decrement</a:t>
            </a:r>
            <a:r>
              <a:rPr lang="en-US" dirty="0"/>
              <a:t>) </a:t>
            </a:r>
          </a:p>
          <a:p>
            <a:pPr marL="0" indent="0">
              <a:buNone/>
            </a:pPr>
            <a:r>
              <a:rPr lang="en-US" dirty="0"/>
              <a:t>	{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00B050"/>
                </a:solidFill>
              </a:rPr>
              <a:t>statement; 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1256596974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26">
            <a:extLst>
              <a:ext uri="{FF2B5EF4-FFF2-40B4-BE49-F238E27FC236}">
                <a16:creationId xmlns:a16="http://schemas.microsoft.com/office/drawing/2014/main" id="{AA6EC888-B85F-410F-B430-06583E94B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6" name="Rectangle 28">
            <a:extLst>
              <a:ext uri="{FF2B5EF4-FFF2-40B4-BE49-F238E27FC236}">
                <a16:creationId xmlns:a16="http://schemas.microsoft.com/office/drawing/2014/main" id="{9485DA84-CB73-4E5E-9864-2460CE2805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0">
            <a:extLst>
              <a:ext uri="{FF2B5EF4-FFF2-40B4-BE49-F238E27FC236}">
                <a16:creationId xmlns:a16="http://schemas.microsoft.com/office/drawing/2014/main" id="{7D49185E-361A-421B-8F2D-11C7FFC686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5760" cy="365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4B85BAA-C37F-44B4-B427-B4F10EBB4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26240" y="-4668"/>
            <a:ext cx="365760" cy="365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DC4EE06-D7B4-4FAC-A561-38A1C3802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94325"/>
            <a:ext cx="365760" cy="365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018D83B-903C-4782-B1BB-A45164A71F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26240" y="6494325"/>
            <a:ext cx="365760" cy="365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785589A-A5AC-409A-B2A2-24D871B4CE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0867" y="158782"/>
            <a:ext cx="11870265" cy="65378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8DCF1942-D464-DF41-A4A3-9CC01EACA6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01766" y="480515"/>
            <a:ext cx="7388467" cy="589230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3C85FC2-4F80-C04E-AE52-3AC3D62F3A25}"/>
              </a:ext>
            </a:extLst>
          </p:cNvPr>
          <p:cNvSpPr txBox="1"/>
          <p:nvPr/>
        </p:nvSpPr>
        <p:spPr>
          <a:xfrm>
            <a:off x="5842612" y="4979620"/>
            <a:ext cx="83388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/</a:t>
            </a:r>
            <a:r>
              <a:rPr lang="en-US" sz="1000" dirty="0">
                <a:solidFill>
                  <a:schemeClr val="bg1"/>
                </a:solidFill>
              </a:rPr>
              <a:t>decrement</a:t>
            </a:r>
          </a:p>
        </p:txBody>
      </p:sp>
    </p:spTree>
    <p:extLst>
      <p:ext uri="{BB962C8B-B14F-4D97-AF65-F5344CB8AC3E}">
        <p14:creationId xmlns:p14="http://schemas.microsoft.com/office/powerpoint/2010/main" val="941297757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E01D3-FADA-4635-BD5E-CECFEAE19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6B68274-997F-4944-9C90-D074EDFE35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4270" t="29047" r="39130" b="21369"/>
          <a:stretch/>
        </p:blipFill>
        <p:spPr>
          <a:xfrm>
            <a:off x="1371600" y="750405"/>
            <a:ext cx="9448800" cy="4775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760506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15B9F-CE99-4E4E-856C-67679CD84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1F1B894-C29F-4657-ACA2-840D61DAB9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6350" t="29047" r="40378" b="16189"/>
          <a:stretch/>
        </p:blipFill>
        <p:spPr>
          <a:xfrm>
            <a:off x="1371600" y="685800"/>
            <a:ext cx="9448800" cy="5340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318021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85B5065-5BB9-46F0-8996-5BF7F4E502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4893" t="29048" r="40170" b="18779"/>
          <a:stretch/>
        </p:blipFill>
        <p:spPr>
          <a:xfrm>
            <a:off x="1371600" y="685799"/>
            <a:ext cx="8986603" cy="586625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1E1B9AC-0E63-E642-BBDE-689090587557}"/>
              </a:ext>
            </a:extLst>
          </p:cNvPr>
          <p:cNvSpPr/>
          <p:nvPr/>
        </p:nvSpPr>
        <p:spPr>
          <a:xfrm>
            <a:off x="2661138" y="2171700"/>
            <a:ext cx="1981200" cy="2432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711757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B6A765B-156C-4958-B128-EB8BE42AAF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4477" t="29047" r="40170" b="19149"/>
          <a:stretch/>
        </p:blipFill>
        <p:spPr>
          <a:xfrm>
            <a:off x="1371600" y="634446"/>
            <a:ext cx="9448800" cy="524169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BDC9FA3-B3E6-A146-81B6-2BB3D8E381EC}"/>
              </a:ext>
            </a:extLst>
          </p:cNvPr>
          <p:cNvSpPr txBox="1"/>
          <p:nvPr/>
        </p:nvSpPr>
        <p:spPr>
          <a:xfrm>
            <a:off x="2173574" y="2171700"/>
            <a:ext cx="8204982" cy="21945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US" dirty="0">
              <a:highlight>
                <a:srgbClr val="C0C0C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298063727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66674C7-72DE-45AD-8D40-2A014E8B18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3853" t="29047" r="39755" b="16189"/>
          <a:stretch/>
        </p:blipFill>
        <p:spPr>
          <a:xfrm>
            <a:off x="1219199" y="685800"/>
            <a:ext cx="9601199" cy="5625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328477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8C9476-3DA6-41AF-AAEE-D8BB8B6DC6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4062" t="29048" r="39130" b="20629"/>
          <a:stretch/>
        </p:blipFill>
        <p:spPr>
          <a:xfrm>
            <a:off x="1371599" y="450575"/>
            <a:ext cx="8802529" cy="532063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FDA0621-D90C-3D4B-9424-87212906EAF5}"/>
              </a:ext>
            </a:extLst>
          </p:cNvPr>
          <p:cNvSpPr/>
          <p:nvPr/>
        </p:nvSpPr>
        <p:spPr>
          <a:xfrm>
            <a:off x="2590800" y="2074985"/>
            <a:ext cx="1817077" cy="2227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464288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781215B-4A80-4876-AF12-C8EC5AF98F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5725" t="29047" r="39546" b="16189"/>
          <a:stretch/>
        </p:blipFill>
        <p:spPr>
          <a:xfrm>
            <a:off x="1371600" y="685800"/>
            <a:ext cx="9061554" cy="5525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45402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3B5A793-BD8B-4586-BB01-58B5B03887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6766" t="29047" r="40794" b="16189"/>
          <a:stretch/>
        </p:blipFill>
        <p:spPr>
          <a:xfrm>
            <a:off x="1371600" y="583096"/>
            <a:ext cx="9256426" cy="5589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991005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1FBD187-28A0-4C1F-937F-C45BA4F121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5725" t="29047" r="39962" b="16189"/>
          <a:stretch/>
        </p:blipFill>
        <p:spPr>
          <a:xfrm>
            <a:off x="1371600" y="685800"/>
            <a:ext cx="94488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684177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7EE1C-9B7F-4E90-972B-8B7561CE6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7340FD4-CBE8-4486-A787-50F6C1D61A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6974" t="29047" r="39546" b="16929"/>
          <a:stretch/>
        </p:blipFill>
        <p:spPr>
          <a:xfrm>
            <a:off x="1371600" y="685800"/>
            <a:ext cx="9601200" cy="5190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856409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B7D29-D649-491F-BCE9-3E1945231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833D037-DBF9-491A-BEE7-D907F10000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4894" t="29047" r="38090" b="15819"/>
          <a:stretch/>
        </p:blipFill>
        <p:spPr>
          <a:xfrm>
            <a:off x="1371600" y="696816"/>
            <a:ext cx="9601200" cy="5265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156572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6ECFAE0-7072-4A17-B191-075ADD105D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8236" t="26827" r="39962" b="17299"/>
          <a:stretch/>
        </p:blipFill>
        <p:spPr>
          <a:xfrm>
            <a:off x="1371600" y="685800"/>
            <a:ext cx="9047110" cy="54864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D970E92-F856-A445-B160-BC1E2EB50CBA}"/>
              </a:ext>
            </a:extLst>
          </p:cNvPr>
          <p:cNvSpPr/>
          <p:nvPr/>
        </p:nvSpPr>
        <p:spPr>
          <a:xfrm>
            <a:off x="3458308" y="2098384"/>
            <a:ext cx="2438400" cy="222835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369425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15A4B-D258-4B26-813E-6B1645628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64045A8-2A86-4A56-96C0-8BF3B55680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5725" t="29047" r="38506" b="16189"/>
          <a:stretch/>
        </p:blipFill>
        <p:spPr>
          <a:xfrm>
            <a:off x="1371599" y="696816"/>
            <a:ext cx="9601199" cy="5115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585635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C551C5D-A88A-47DB-941D-AF9ABBC232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5310" t="29047" r="40794" b="16558"/>
          <a:stretch/>
        </p:blipFill>
        <p:spPr>
          <a:xfrm>
            <a:off x="1371600" y="685800"/>
            <a:ext cx="9151495" cy="5100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888245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260DB12-8A72-4706-BDE2-009D128E5B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5309" t="28677" r="40170" b="16189"/>
          <a:stretch/>
        </p:blipFill>
        <p:spPr>
          <a:xfrm>
            <a:off x="1371600" y="685800"/>
            <a:ext cx="9448800" cy="5370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331930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475545F-9EF4-4D20-B782-8F6B954B97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5517" t="29047" r="39547" b="18038"/>
          <a:stretch/>
        </p:blipFill>
        <p:spPr>
          <a:xfrm>
            <a:off x="1371600" y="685800"/>
            <a:ext cx="9448800" cy="561006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CD4F81D-7CE9-2A4E-94A7-F07EFF768E1C}"/>
              </a:ext>
            </a:extLst>
          </p:cNvPr>
          <p:cNvSpPr/>
          <p:nvPr/>
        </p:nvSpPr>
        <p:spPr>
          <a:xfrm>
            <a:off x="2356338" y="2159977"/>
            <a:ext cx="1840524" cy="2667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430777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28745A9-CEC5-4A62-AAFC-A7A4260B1F3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739" t="29362" r="40653" b="16119"/>
          <a:stretch/>
        </p:blipFill>
        <p:spPr>
          <a:xfrm>
            <a:off x="1371600" y="685800"/>
            <a:ext cx="8896662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919289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7A013E6-BAB7-4665-A17F-AFEC537062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6557" t="29047" r="39754" b="16189"/>
          <a:stretch/>
        </p:blipFill>
        <p:spPr>
          <a:xfrm>
            <a:off x="1371600" y="685799"/>
            <a:ext cx="9448800" cy="5235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193206"/>
      </p:ext>
    </p:extLst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ABCC946-F977-44C5-812B-C70227EBAC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6141" t="29047" r="38507" b="16929"/>
          <a:stretch/>
        </p:blipFill>
        <p:spPr>
          <a:xfrm>
            <a:off x="1371600" y="674783"/>
            <a:ext cx="9448800" cy="5235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844509"/>
      </p:ext>
    </p:extLst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004CF-4A51-4EC7-9F0D-5D2BAF344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EBD704F-036F-43B9-9EE6-6444090831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5933" t="29047" r="40170" b="15819"/>
          <a:stretch/>
        </p:blipFill>
        <p:spPr>
          <a:xfrm>
            <a:off x="1371600" y="685799"/>
            <a:ext cx="9601200" cy="526529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76338CE-37D8-AA44-85A8-AB17B2DA63CE}"/>
              </a:ext>
            </a:extLst>
          </p:cNvPr>
          <p:cNvSpPr txBox="1"/>
          <p:nvPr/>
        </p:nvSpPr>
        <p:spPr>
          <a:xfrm>
            <a:off x="3399692" y="879231"/>
            <a:ext cx="5720862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/>
              <a:t>                Your Assignment here</a:t>
            </a:r>
          </a:p>
        </p:txBody>
      </p:sp>
    </p:spTree>
    <p:extLst>
      <p:ext uri="{BB962C8B-B14F-4D97-AF65-F5344CB8AC3E}">
        <p14:creationId xmlns:p14="http://schemas.microsoft.com/office/powerpoint/2010/main" val="3188200288"/>
      </p:ext>
    </p:extLst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CB0D4CD-9872-4F84-876A-3780EC1167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6142" t="29047" r="39130" b="16189"/>
          <a:stretch/>
        </p:blipFill>
        <p:spPr>
          <a:xfrm>
            <a:off x="1371600" y="543339"/>
            <a:ext cx="9452731" cy="5422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416234"/>
      </p:ext>
    </p:extLst>
  </p:cSld>
  <p:clrMapOvr>
    <a:masterClrMapping/>
  </p:clrMapOvr>
  <p:transition spd="slow">
    <p:push dir="u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1CE36BB-A59A-4BFF-A370-2FC48904D6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4061" t="29048" r="40378" b="17668"/>
          <a:stretch/>
        </p:blipFill>
        <p:spPr>
          <a:xfrm>
            <a:off x="1371600" y="808383"/>
            <a:ext cx="8567530" cy="563344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1E5750A-0AA5-6B4C-B67D-C3E6C7BC0093}"/>
              </a:ext>
            </a:extLst>
          </p:cNvPr>
          <p:cNvSpPr/>
          <p:nvPr/>
        </p:nvSpPr>
        <p:spPr>
          <a:xfrm>
            <a:off x="2497015" y="2426677"/>
            <a:ext cx="1547447" cy="22273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648650"/>
      </p:ext>
    </p:extLst>
  </p:cSld>
  <p:clrMapOvr>
    <a:masterClrMapping/>
  </p:clrMapOvr>
  <p:transition spd="slow">
    <p:push dir="u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3BF6F17-E5AA-4102-8CE9-F676DD3F21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5101" t="29047" r="39962" b="16558"/>
          <a:stretch/>
        </p:blipFill>
        <p:spPr>
          <a:xfrm>
            <a:off x="1371599" y="729868"/>
            <a:ext cx="9601200" cy="4972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280762"/>
      </p:ext>
    </p:extLst>
  </p:cSld>
  <p:clrMapOvr>
    <a:masterClrMapping/>
  </p:clrMapOvr>
  <p:transition spd="slow">
    <p:push dir="u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3A80967-0123-49CE-A994-92E5F61B9F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4478" t="29047" r="38713" b="16929"/>
          <a:stretch/>
        </p:blipFill>
        <p:spPr>
          <a:xfrm>
            <a:off x="1371600" y="685800"/>
            <a:ext cx="8660296" cy="5619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088420"/>
      </p:ext>
    </p:extLst>
  </p:cSld>
  <p:clrMapOvr>
    <a:masterClrMapping/>
  </p:clrMapOvr>
  <p:transition spd="slow">
    <p:push dir="u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8996178-BC4C-49A7-99E8-A641946FE0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4893" t="29047" r="39338" b="16558"/>
          <a:stretch/>
        </p:blipFill>
        <p:spPr>
          <a:xfrm>
            <a:off x="1371600" y="685799"/>
            <a:ext cx="8474765" cy="5662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916871"/>
      </p:ext>
    </p:extLst>
  </p:cSld>
  <p:clrMapOvr>
    <a:masterClrMapping/>
  </p:clrMapOvr>
  <p:transition spd="slow">
    <p:push dir="u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AAD897E-8491-47FE-BCCE-D595D6922D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8846" t="29047" r="40794" b="18038"/>
          <a:stretch/>
        </p:blipFill>
        <p:spPr>
          <a:xfrm>
            <a:off x="1371600" y="685800"/>
            <a:ext cx="9448800" cy="5211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88936"/>
      </p:ext>
    </p:extLst>
  </p:cSld>
  <p:clrMapOvr>
    <a:masterClrMapping/>
  </p:clrMapOvr>
  <p:transition spd="slow">
    <p:push dir="u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4E322C0-A378-4C52-BEFF-9ED8CF2778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4477" t="29047" r="39547" b="15819"/>
          <a:stretch/>
        </p:blipFill>
        <p:spPr>
          <a:xfrm>
            <a:off x="1219199" y="685800"/>
            <a:ext cx="9601199" cy="5383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089390"/>
      </p:ext>
    </p:extLst>
  </p:cSld>
  <p:clrMapOvr>
    <a:masterClrMapping/>
  </p:clrMapOvr>
  <p:transition spd="slow">
    <p:push dir="u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0096941-D2DA-4B39-A5E3-D2A040995E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5101" t="29047" r="39754" b="16558"/>
          <a:stretch/>
        </p:blipFill>
        <p:spPr>
          <a:xfrm>
            <a:off x="1371600" y="773933"/>
            <a:ext cx="96012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605778"/>
      </p:ext>
    </p:extLst>
  </p:cSld>
  <p:clrMapOvr>
    <a:masterClrMapping/>
  </p:clrMapOvr>
  <p:transition spd="slow">
    <p:push dir="u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DB798-636C-40E9-B51F-8E90E49C7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113F0ED-A8D0-4103-9637-BA88D4759C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6142" t="29047" r="39130" b="16929"/>
          <a:stretch/>
        </p:blipFill>
        <p:spPr>
          <a:xfrm>
            <a:off x="1371600" y="685800"/>
            <a:ext cx="9601200" cy="5211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267438"/>
      </p:ext>
    </p:extLst>
  </p:cSld>
  <p:clrMapOvr>
    <a:masterClrMapping/>
  </p:clrMapOvr>
  <p:transition spd="slow">
    <p:push dir="u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A0130-690F-4815-AEA7-5D2AEC20E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8E29F6D-B1C4-49D1-9051-468B6DFCF1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5309" t="29047" r="39546" b="16929"/>
          <a:stretch/>
        </p:blipFill>
        <p:spPr>
          <a:xfrm>
            <a:off x="1371599" y="685800"/>
            <a:ext cx="9601200" cy="548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321262"/>
      </p:ext>
    </p:extLst>
  </p:cSld>
  <p:clrMapOvr>
    <a:masterClrMapping/>
  </p:clrMapOvr>
  <p:transition spd="slow">
    <p:push dir="u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1CBC6-318D-4206-9090-86EA32AA4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F40ADD8-CC37-4D2F-9334-36433428CB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5518" t="31915" r="39338" b="17669"/>
          <a:stretch/>
        </p:blipFill>
        <p:spPr>
          <a:xfrm>
            <a:off x="1371599" y="685799"/>
            <a:ext cx="9601199" cy="563548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414C523-831D-7849-A21F-CA4FAA41E5FC}"/>
              </a:ext>
            </a:extLst>
          </p:cNvPr>
          <p:cNvSpPr/>
          <p:nvPr/>
        </p:nvSpPr>
        <p:spPr>
          <a:xfrm>
            <a:off x="2391508" y="2074985"/>
            <a:ext cx="1758461" cy="281353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357641"/>
      </p:ext>
    </p:extLst>
  </p:cSld>
  <p:clrMapOvr>
    <a:masterClrMapping/>
  </p:clrMapOvr>
  <p:transition spd="slow">
    <p:push dir="u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03F5D-266F-4124-B28E-EAB31950F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0D1AEDE-D9BB-4E2E-A3A3-39824DF049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5101" t="29047" r="37882" b="15449"/>
          <a:stretch/>
        </p:blipFill>
        <p:spPr>
          <a:xfrm>
            <a:off x="1371599" y="685800"/>
            <a:ext cx="9601199" cy="5701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021886"/>
      </p:ext>
    </p:extLst>
  </p:cSld>
  <p:clrMapOvr>
    <a:masterClrMapping/>
  </p:clrMapOvr>
  <p:transition spd="slow">
    <p:push dir="u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0CBA559-B6B9-4EB4-8045-96B87BF979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5102" t="29047" r="39130" b="22479"/>
          <a:stretch/>
        </p:blipFill>
        <p:spPr>
          <a:xfrm>
            <a:off x="1219200" y="591380"/>
            <a:ext cx="9372373" cy="5580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729085"/>
      </p:ext>
    </p:extLst>
  </p:cSld>
  <p:clrMapOvr>
    <a:masterClrMapping/>
  </p:clrMapOvr>
  <p:transition spd="slow">
    <p:push dir="u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9DDAC-5433-49B1-AFE3-2C526C451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F0B8104-3775-4854-9FA8-E26B0C2BBC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6141" t="29047" r="39962" b="16929"/>
          <a:stretch/>
        </p:blipFill>
        <p:spPr>
          <a:xfrm>
            <a:off x="1371599" y="685800"/>
            <a:ext cx="9601200" cy="558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637435"/>
      </p:ext>
    </p:extLst>
  </p:cSld>
  <p:clrMapOvr>
    <a:masterClrMapping/>
  </p:clrMapOvr>
  <p:transition spd="slow">
    <p:push dir="u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4C79007-AE83-4D39-9578-4035F1D105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5102" t="29048" r="40794" b="17668"/>
          <a:stretch/>
        </p:blipFill>
        <p:spPr>
          <a:xfrm>
            <a:off x="1371600" y="685800"/>
            <a:ext cx="7296795" cy="495631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B241EA7-496E-174F-96E0-094B2D9FA125}"/>
              </a:ext>
            </a:extLst>
          </p:cNvPr>
          <p:cNvSpPr/>
          <p:nvPr/>
        </p:nvSpPr>
        <p:spPr>
          <a:xfrm>
            <a:off x="2215662" y="2195146"/>
            <a:ext cx="1524000" cy="290146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563629"/>
      </p:ext>
    </p:extLst>
  </p:cSld>
  <p:clrMapOvr>
    <a:masterClrMapping/>
  </p:clrMapOvr>
  <p:transition spd="slow">
    <p:push dir="u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7E377-4D0E-664B-86D7-B9AA7B10E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Continue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A499A-1440-BF46-930A-DCA655642E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 continue statement breaks one iteration upon occurring of specified condition and further continues with the next iteration in the loop.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0070C0"/>
                </a:solidFill>
              </a:rPr>
              <a:t>for</a:t>
            </a:r>
            <a:r>
              <a:rPr lang="en-US" dirty="0"/>
              <a:t> (int </a:t>
            </a:r>
            <a:r>
              <a:rPr lang="en-US" dirty="0" err="1"/>
              <a:t>i</a:t>
            </a:r>
            <a:r>
              <a:rPr lang="en-US" dirty="0"/>
              <a:t> = 0; </a:t>
            </a:r>
            <a:r>
              <a:rPr lang="en-US" dirty="0" err="1"/>
              <a:t>i</a:t>
            </a:r>
            <a:r>
              <a:rPr lang="en-US" dirty="0"/>
              <a:t> &lt; 10; </a:t>
            </a:r>
            <a:r>
              <a:rPr lang="en-US" dirty="0" err="1"/>
              <a:t>i</a:t>
            </a:r>
            <a:r>
              <a:rPr lang="en-US" dirty="0"/>
              <a:t>++) {</a:t>
            </a:r>
            <a:br>
              <a:rPr lang="en-US" dirty="0"/>
            </a:br>
            <a:r>
              <a:rPr lang="en-US" dirty="0"/>
              <a:t> 	</a:t>
            </a:r>
            <a:r>
              <a:rPr lang="en-US" dirty="0">
                <a:solidFill>
                  <a:srgbClr val="0070C0"/>
                </a:solidFill>
              </a:rPr>
              <a:t> if </a:t>
            </a: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 == 4) {</a:t>
            </a:r>
            <a:br>
              <a:rPr lang="en-US" dirty="0"/>
            </a:br>
            <a:r>
              <a:rPr lang="en-US" dirty="0"/>
              <a:t>    	</a:t>
            </a:r>
            <a:r>
              <a:rPr lang="en-US" dirty="0">
                <a:solidFill>
                  <a:srgbClr val="0070C0"/>
                </a:solidFill>
              </a:rPr>
              <a:t>continue;</a:t>
            </a:r>
            <a:br>
              <a:rPr lang="en-US" dirty="0"/>
            </a:br>
            <a:r>
              <a:rPr lang="en-US" dirty="0"/>
              <a:t> 	 }</a:t>
            </a:r>
            <a:br>
              <a:rPr lang="en-US" dirty="0"/>
            </a:br>
            <a:r>
              <a:rPr lang="en-US" dirty="0"/>
              <a:t> 	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cout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&lt;&lt; </a:t>
            </a:r>
            <a:r>
              <a:rPr lang="en-US" dirty="0" err="1"/>
              <a:t>i</a:t>
            </a:r>
            <a:r>
              <a:rPr lang="en-US" dirty="0"/>
              <a:t> &lt;&lt; </a:t>
            </a:r>
            <a:r>
              <a:rPr lang="en-US" dirty="0">
                <a:solidFill>
                  <a:srgbClr val="0070C0"/>
                </a:solidFill>
              </a:rPr>
              <a:t>"\n";</a:t>
            </a:r>
            <a:br>
              <a:rPr lang="en-US" dirty="0"/>
            </a:br>
            <a:r>
              <a:rPr lang="en-US" dirty="0"/>
              <a:t>	}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686DD0-1E17-814E-9138-4A6EA1E51AC1}"/>
              </a:ext>
            </a:extLst>
          </p:cNvPr>
          <p:cNvSpPr txBox="1"/>
          <p:nvPr/>
        </p:nvSpPr>
        <p:spPr>
          <a:xfrm>
            <a:off x="9529590" y="3005078"/>
            <a:ext cx="902811" cy="28623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Output:</a:t>
            </a:r>
          </a:p>
          <a:p>
            <a:r>
              <a:rPr lang="en-US" dirty="0"/>
              <a:t>0</a:t>
            </a:r>
          </a:p>
          <a:p>
            <a:r>
              <a:rPr lang="en-US" dirty="0"/>
              <a:t>1</a:t>
            </a:r>
          </a:p>
          <a:p>
            <a:r>
              <a:rPr lang="en-US" dirty="0"/>
              <a:t>2</a:t>
            </a:r>
          </a:p>
          <a:p>
            <a:r>
              <a:rPr lang="en-US" dirty="0"/>
              <a:t>3</a:t>
            </a:r>
          </a:p>
          <a:p>
            <a:r>
              <a:rPr lang="en-US" dirty="0"/>
              <a:t>5</a:t>
            </a:r>
          </a:p>
          <a:p>
            <a:r>
              <a:rPr lang="en-US" dirty="0"/>
              <a:t>6</a:t>
            </a:r>
          </a:p>
          <a:p>
            <a:r>
              <a:rPr lang="en-US" dirty="0"/>
              <a:t>7</a:t>
            </a:r>
          </a:p>
          <a:p>
            <a:r>
              <a:rPr lang="en-US" dirty="0"/>
              <a:t>8</a:t>
            </a:r>
          </a:p>
          <a:p>
            <a:r>
              <a:rPr lang="en-US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489148859"/>
      </p:ext>
    </p:extLst>
  </p:cSld>
  <p:clrMapOvr>
    <a:masterClrMapping/>
  </p:clrMapOvr>
  <p:transition spd="slow">
    <p:push dir="u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F2937-A38B-4095-A6A2-3B87AE65E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7EDE330-7810-4D0B-A2A0-F912F5B5D4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6558" t="29047" r="38714" b="15819"/>
          <a:stretch/>
        </p:blipFill>
        <p:spPr>
          <a:xfrm>
            <a:off x="1371599" y="720306"/>
            <a:ext cx="9601200" cy="556095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0390C3C-A1CE-E348-85DF-1CF8B95C69BD}"/>
              </a:ext>
            </a:extLst>
          </p:cNvPr>
          <p:cNvSpPr txBox="1"/>
          <p:nvPr/>
        </p:nvSpPr>
        <p:spPr>
          <a:xfrm>
            <a:off x="3668618" y="4748268"/>
            <a:ext cx="72711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&lt;=8);</a:t>
            </a:r>
          </a:p>
        </p:txBody>
      </p:sp>
    </p:spTree>
    <p:extLst>
      <p:ext uri="{BB962C8B-B14F-4D97-AF65-F5344CB8AC3E}">
        <p14:creationId xmlns:p14="http://schemas.microsoft.com/office/powerpoint/2010/main" val="3992364377"/>
      </p:ext>
    </p:extLst>
  </p:cSld>
  <p:clrMapOvr>
    <a:masterClrMapping/>
  </p:clrMapOvr>
  <p:transition spd="slow">
    <p:push dir="u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310D0C6-0BE8-4FA7-AE8C-BD83845FC0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5933" t="29047" r="39754" b="16558"/>
          <a:stretch/>
        </p:blipFill>
        <p:spPr>
          <a:xfrm>
            <a:off x="1371600" y="685799"/>
            <a:ext cx="8328991" cy="574817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29A48B5-9279-A54A-AF02-3EE2BE93F1FC}"/>
              </a:ext>
            </a:extLst>
          </p:cNvPr>
          <p:cNvSpPr/>
          <p:nvPr/>
        </p:nvSpPr>
        <p:spPr>
          <a:xfrm>
            <a:off x="2157046" y="2297723"/>
            <a:ext cx="1594338" cy="234462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776693"/>
      </p:ext>
    </p:extLst>
  </p:cSld>
  <p:clrMapOvr>
    <a:masterClrMapping/>
  </p:clrMapOvr>
  <p:transition spd="slow">
    <p:push dir="u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BA1DA-AF09-4B0A-8C54-9641A51CC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0B14805-F8C0-4B55-BFDC-EDD8A1B2F8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5102" t="29047" r="39130" b="16189"/>
          <a:stretch/>
        </p:blipFill>
        <p:spPr>
          <a:xfrm>
            <a:off x="1371599" y="685800"/>
            <a:ext cx="9601199" cy="54864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7CC49BA-F5B9-7143-8051-317CC6CC7C4D}"/>
              </a:ext>
            </a:extLst>
          </p:cNvPr>
          <p:cNvSpPr txBox="1"/>
          <p:nvPr/>
        </p:nvSpPr>
        <p:spPr>
          <a:xfrm>
            <a:off x="3613532" y="2776249"/>
            <a:ext cx="20932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854745393"/>
      </p:ext>
    </p:extLst>
  </p:cSld>
  <p:clrMapOvr>
    <a:masterClrMapping/>
  </p:clrMapOvr>
  <p:transition spd="slow">
    <p:push dir="u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6806151-3FE2-491C-8A01-39D0256C5C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5309" t="29047" r="39962" b="14709"/>
          <a:stretch/>
        </p:blipFill>
        <p:spPr>
          <a:xfrm>
            <a:off x="1371599" y="674076"/>
            <a:ext cx="7760371" cy="548640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15A209A-3EEA-F243-B2E6-335C8A896213}"/>
              </a:ext>
            </a:extLst>
          </p:cNvPr>
          <p:cNvSpPr/>
          <p:nvPr/>
        </p:nvSpPr>
        <p:spPr>
          <a:xfrm>
            <a:off x="3329354" y="2171700"/>
            <a:ext cx="1137138" cy="137746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DF2719-CF36-A442-9FCF-B0512695C134}"/>
              </a:ext>
            </a:extLst>
          </p:cNvPr>
          <p:cNvSpPr/>
          <p:nvPr/>
        </p:nvSpPr>
        <p:spPr>
          <a:xfrm>
            <a:off x="3411415" y="4536831"/>
            <a:ext cx="1137139" cy="234461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562528"/>
      </p:ext>
    </p:extLst>
  </p:cSld>
  <p:clrMapOvr>
    <a:masterClrMapping/>
  </p:clrMapOvr>
  <p:transition spd="slow">
    <p:push dir="u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43DFB58-77C4-4DA3-8308-EB7E674664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6141" t="29047" r="40378" b="16189"/>
          <a:stretch/>
        </p:blipFill>
        <p:spPr>
          <a:xfrm>
            <a:off x="1371599" y="685799"/>
            <a:ext cx="9230140" cy="5794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450795"/>
      </p:ext>
    </p:extLst>
  </p:cSld>
  <p:clrMapOvr>
    <a:masterClrMapping/>
  </p:clrMapOvr>
  <p:transition spd="slow">
    <p:push dir="u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6D3B1-FA2F-4EDB-A3DE-22859235F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35F2B77-C5BC-4F3C-A521-A21EBE1646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4478" t="29047" r="38715" b="15449"/>
          <a:stretch/>
        </p:blipFill>
        <p:spPr>
          <a:xfrm>
            <a:off x="1371599" y="685800"/>
            <a:ext cx="9601199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764981"/>
      </p:ext>
    </p:extLst>
  </p:cSld>
  <p:clrMapOvr>
    <a:masterClrMapping/>
  </p:clrMapOvr>
  <p:transition spd="slow">
    <p:push dir="u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CDDAB19-375A-430A-A861-0DEBCFDB4A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4062" t="29048" r="39753" b="18409"/>
          <a:stretch/>
        </p:blipFill>
        <p:spPr>
          <a:xfrm>
            <a:off x="1371600" y="685800"/>
            <a:ext cx="8554278" cy="547165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57F4945-5FAB-2146-A4E4-98A589AD3296}"/>
              </a:ext>
            </a:extLst>
          </p:cNvPr>
          <p:cNvSpPr/>
          <p:nvPr/>
        </p:nvSpPr>
        <p:spPr>
          <a:xfrm>
            <a:off x="2532185" y="2543908"/>
            <a:ext cx="1570892" cy="293077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623558"/>
      </p:ext>
    </p:extLst>
  </p:cSld>
  <p:clrMapOvr>
    <a:masterClrMapping/>
  </p:clrMapOvr>
  <p:transition spd="slow">
    <p:push dir="u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A753B-5580-4296-80BA-84F8FC968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E9A212D-B61A-4831-9A76-F059E6B7A5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5726" t="29047" r="39338" b="15819"/>
          <a:stretch/>
        </p:blipFill>
        <p:spPr>
          <a:xfrm>
            <a:off x="1371599" y="685799"/>
            <a:ext cx="9601199" cy="548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50181"/>
      </p:ext>
    </p:extLst>
  </p:cSld>
  <p:clrMapOvr>
    <a:masterClrMapping/>
  </p:clrMapOvr>
  <p:transition spd="slow">
    <p:push dir="u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ADA49-1831-4A06-8688-907E47F1B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ABFF027-269A-47A2-8A9D-97D4B51E1B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5102" t="29047" r="39338" b="16189"/>
          <a:stretch/>
        </p:blipFill>
        <p:spPr>
          <a:xfrm>
            <a:off x="1371600" y="685800"/>
            <a:ext cx="9601200" cy="5635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325316"/>
      </p:ext>
    </p:extLst>
  </p:cSld>
  <p:clrMapOvr>
    <a:masterClrMapping/>
  </p:clrMapOvr>
  <p:transition spd="slow">
    <p:push dir="u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DB6AD-C816-481F-9454-BAB19E789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906FB3C-4AB1-4586-86E2-F6DB83D1AB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3854" t="29048" r="39546" b="18409"/>
          <a:stretch/>
        </p:blipFill>
        <p:spPr>
          <a:xfrm>
            <a:off x="1371600" y="617883"/>
            <a:ext cx="9601200" cy="5411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158676"/>
      </p:ext>
    </p:extLst>
  </p:cSld>
  <p:clrMapOvr>
    <a:masterClrMapping/>
  </p:clrMapOvr>
  <p:transition spd="slow">
    <p:push dir="u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49B99CE-3FB2-4FDB-9867-F21D4CE479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5309" t="29047" r="39754" b="16189"/>
          <a:stretch/>
        </p:blipFill>
        <p:spPr>
          <a:xfrm>
            <a:off x="1371599" y="862072"/>
            <a:ext cx="9601199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792718"/>
      </p:ext>
    </p:extLst>
  </p:cSld>
  <p:clrMapOvr>
    <a:masterClrMapping/>
  </p:clrMapOvr>
  <p:transition spd="slow">
    <p:push dir="u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47DF8C0-7B46-4D13-9692-689122CF99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5309" t="29047" r="40378" b="19149"/>
          <a:stretch/>
        </p:blipFill>
        <p:spPr>
          <a:xfrm>
            <a:off x="1371600" y="697523"/>
            <a:ext cx="8735290" cy="574150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EA4A547-BBBD-1943-A520-4FEB653A44C8}"/>
              </a:ext>
            </a:extLst>
          </p:cNvPr>
          <p:cNvSpPr/>
          <p:nvPr/>
        </p:nvSpPr>
        <p:spPr>
          <a:xfrm>
            <a:off x="2356338" y="2485292"/>
            <a:ext cx="1781908" cy="25790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025680"/>
      </p:ext>
    </p:extLst>
  </p:cSld>
  <p:clrMapOvr>
    <a:masterClrMapping/>
  </p:clrMapOvr>
  <p:transition spd="slow">
    <p:push dir="u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DFB9E80-C87E-407D-B2F7-BE4F0DA8B5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5934" t="29772" r="39130" b="23142"/>
          <a:stretch/>
        </p:blipFill>
        <p:spPr>
          <a:xfrm>
            <a:off x="1371600" y="685800"/>
            <a:ext cx="9312866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949605"/>
      </p:ext>
    </p:extLst>
  </p:cSld>
  <p:clrMapOvr>
    <a:masterClrMapping/>
  </p:clrMapOvr>
  <p:transition spd="slow">
    <p:push dir="u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C71D1F4-D601-45B1-84A1-0714F9AAF5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5309" t="29047" r="40378" b="23959"/>
          <a:stretch/>
        </p:blipFill>
        <p:spPr>
          <a:xfrm>
            <a:off x="1336839" y="685800"/>
            <a:ext cx="9201599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614041"/>
      </p:ext>
    </p:extLst>
  </p:cSld>
  <p:clrMapOvr>
    <a:masterClrMapping/>
  </p:clrMapOvr>
  <p:transition spd="slow">
    <p:push dir="u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D293E-9975-45E6-AE03-FCAC5318B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5DD1A01-F016-4C8A-B960-C6DFA52437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5725" t="30111" r="40170" b="28400"/>
          <a:stretch/>
        </p:blipFill>
        <p:spPr>
          <a:xfrm>
            <a:off x="1371600" y="685800"/>
            <a:ext cx="9653014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623894"/>
      </p:ext>
    </p:extLst>
  </p:cSld>
  <p:clrMapOvr>
    <a:masterClrMapping/>
  </p:clrMapOvr>
  <p:transition spd="slow">
    <p:push dir="u"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C2EB2-3EE3-45B7-8D86-62D37EDAA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9806780-066B-4EF2-9B5D-CB8ECABFF3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5101" t="29047" r="39754" b="43571"/>
          <a:stretch/>
        </p:blipFill>
        <p:spPr>
          <a:xfrm>
            <a:off x="1371600" y="685799"/>
            <a:ext cx="9763852" cy="332960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DD3671D-4017-A045-8B1A-C16F58187C0C}"/>
              </a:ext>
            </a:extLst>
          </p:cNvPr>
          <p:cNvSpPr txBox="1"/>
          <p:nvPr/>
        </p:nvSpPr>
        <p:spPr>
          <a:xfrm>
            <a:off x="7017744" y="826263"/>
            <a:ext cx="451691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3200" b="1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623268275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</TotalTime>
  <Words>300</Words>
  <Application>Microsoft Macintosh PowerPoint</Application>
  <PresentationFormat>Widescreen</PresentationFormat>
  <Paragraphs>53</Paragraphs>
  <Slides>59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5" baseType="lpstr">
      <vt:lpstr>Calibri</vt:lpstr>
      <vt:lpstr>Constantia</vt:lpstr>
      <vt:lpstr>Franklin Gothic Book</vt:lpstr>
      <vt:lpstr>Times New Roman</vt:lpstr>
      <vt:lpstr>Wingdings</vt:lpstr>
      <vt:lpstr>Crop</vt:lpstr>
      <vt:lpstr>PowerPoint Presentation</vt:lpstr>
      <vt:lpstr>PowerPoint Presentation</vt:lpstr>
      <vt:lpstr>PowerPoint Presentation</vt:lpstr>
      <vt:lpstr>Recap:</vt:lpstr>
      <vt:lpstr>Objective:</vt:lpstr>
      <vt:lpstr>For Loop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Continue Statement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Taimur Sajjad</dc:creator>
  <cp:lastModifiedBy>Taimur Sajjad</cp:lastModifiedBy>
  <cp:revision>10</cp:revision>
  <dcterms:created xsi:type="dcterms:W3CDTF">2020-06-02T17:39:54Z</dcterms:created>
  <dcterms:modified xsi:type="dcterms:W3CDTF">2021-10-24T16:49:04Z</dcterms:modified>
</cp:coreProperties>
</file>