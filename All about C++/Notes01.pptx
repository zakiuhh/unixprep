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2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9144000"/>
  <p:embeddedFontLst>
    <p:embeddedFont>
      <p:font typeface="Calibri" panose="020F0502020204030204" pitchFamily="34" charset="0"/>
      <p:regular r:id="rId21"/>
      <p:bold r:id="rId22"/>
      <p:italic r:id="rId23"/>
      <p:boldItalic r:id="rId24"/>
    </p:embeddedFont>
    <p:embeddedFont>
      <p:font typeface="Constantia" panose="02030602050306030303" pitchFamily="18" charset="0"/>
      <p:regular r:id="rId25"/>
      <p:bold r:id="rId26"/>
      <p:italic r:id="rId27"/>
      <p:boldItalic r:id="rId28"/>
    </p:embeddedFont>
    <p:embeddedFont>
      <p:font typeface="Libre Franklin" pitchFamily="2" charset="77"/>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hJPA9a7b5CQOWKsTeJOoLpj5zmp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6"/>
    <p:restoredTop sz="94171"/>
  </p:normalViewPr>
  <p:slideViewPr>
    <p:cSldViewPr snapToGrid="0">
      <p:cViewPr varScale="1">
        <p:scale>
          <a:sx n="83" d="100"/>
          <a:sy n="83" d="100"/>
        </p:scale>
        <p:origin x="632" y="20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6.fntdata"/><Relationship Id="rId21" Type="http://schemas.openxmlformats.org/officeDocument/2006/relationships/font" Target="fonts/font1.fntdata"/><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5.fntdata"/><Relationship Id="rId33" Type="http://customschemas.google.com/relationships/presentationmetadata" Target="meta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1.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
        <p:nvSpPr>
          <p:cNvPr id="121" name="Google Shape;121;p2: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Engr.Shahzad Ahmad Malik</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
        <p:nvSpPr>
          <p:cNvPr id="129" name="Google Shape;129;p3: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Engr.Shahzad Ahmad Malik</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 name="Google Shape;140;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
        <p:nvSpPr>
          <p:cNvPr id="142" name="Google Shape;142;p5: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Engr.Shahzad Ahmad Malik</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
        <p:nvSpPr>
          <p:cNvPr id="150" name="Google Shape;150;p6: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Engr.Shahzad Ahmad Malik</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
        <p:nvSpPr>
          <p:cNvPr id="159" name="Google Shape;159;p7: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Engr.Shahzad Ahmad Malik</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
        <p:nvSpPr>
          <p:cNvPr id="168" name="Google Shape;168;p8: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Engr.Shahzad Ahmad Malik</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
        <p:nvSpPr>
          <p:cNvPr id="177" name="Google Shape;177;p9: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Engr.Shahzad Ahmad Malik</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
        <p:nvSpPr>
          <p:cNvPr id="185" name="Google Shape;185;p10: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Engr.Shahzad Ahmad Malik</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
        <p:nvSpPr>
          <p:cNvPr id="193" name="Google Shape;193;p11: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Engr.Shahzad Ahmad Malik</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
        <p:nvSpPr>
          <p:cNvPr id="200" name="Google Shape;200;p12: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Engr.Shahzad Ahmad Malik</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
        <p:nvSpPr>
          <p:cNvPr id="208" name="Google Shape;208;p13: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Engr.Shahzad Ahmad Malik</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
        <p:nvSpPr>
          <p:cNvPr id="216" name="Google Shape;216;p16: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Engr.Shahzad Ahmad Malik</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
        <p:nvSpPr>
          <p:cNvPr id="224" name="Google Shape;224;p17: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Engr.Shahzad Ahmad Malik</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
        <p:nvSpPr>
          <p:cNvPr id="232" name="Google Shape;232;p18: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Engr.Shahzad Ahmad Malik</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39" name="Google Shape;239;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
        <p:nvSpPr>
          <p:cNvPr id="240" name="Google Shape;240;p19: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Engr.Shahzad Ahmad Malik</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
        <p:cNvGrpSpPr/>
        <p:nvPr/>
      </p:nvGrpSpPr>
      <p:grpSpPr>
        <a:xfrm>
          <a:off x="0" y="0"/>
          <a:ext cx="0" cy="0"/>
          <a:chOff x="0" y="0"/>
          <a:chExt cx="0" cy="0"/>
        </a:xfrm>
      </p:grpSpPr>
      <p:sp>
        <p:nvSpPr>
          <p:cNvPr id="17" name="Google Shape;17;p21"/>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1"/>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1"/>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22"/>
          <p:cNvSpPr txBox="1">
            <a:spLocks noGrp="1"/>
          </p:cNvSpPr>
          <p:nvPr>
            <p:ph type="title"/>
          </p:nvPr>
        </p:nvSpPr>
        <p:spPr>
          <a:xfrm>
            <a:off x="1371600" y="685800"/>
            <a:ext cx="9601200" cy="1485900"/>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22"/>
          <p:cNvSpPr txBox="1">
            <a:spLocks noGrp="1"/>
          </p:cNvSpPr>
          <p:nvPr>
            <p:ph type="body" idx="1"/>
          </p:nvPr>
        </p:nvSpPr>
        <p:spPr>
          <a:xfrm>
            <a:off x="1371600" y="2286000"/>
            <a:ext cx="9601200" cy="3581400"/>
          </a:xfrm>
          <a:prstGeom prst="rect">
            <a:avLst/>
          </a:prstGeom>
          <a:noFill/>
          <a:ln>
            <a:noFill/>
          </a:ln>
        </p:spPr>
        <p:txBody>
          <a:bodyPr spcFirstLastPara="1" wrap="square" lIns="91425" tIns="45700" rIns="91425" bIns="45700" anchor="t" anchorCtr="0">
            <a:normAutofit/>
          </a:bodyPr>
          <a:lstStyle>
            <a:lvl1pPr marL="457200" lvl="0" indent="-342900" algn="l">
              <a:lnSpc>
                <a:spcPct val="94000"/>
              </a:lnSpc>
              <a:spcBef>
                <a:spcPts val="1000"/>
              </a:spcBef>
              <a:spcAft>
                <a:spcPts val="0"/>
              </a:spcAft>
              <a:buClr>
                <a:schemeClr val="dk2"/>
              </a:buClr>
              <a:buSzPts val="1800"/>
              <a:buChar char="■"/>
              <a:defRPr/>
            </a:lvl1pPr>
            <a:lvl2pPr marL="914400" lvl="1" indent="-342900" algn="l">
              <a:lnSpc>
                <a:spcPct val="94000"/>
              </a:lnSpc>
              <a:spcBef>
                <a:spcPts val="500"/>
              </a:spcBef>
              <a:spcAft>
                <a:spcPts val="0"/>
              </a:spcAft>
              <a:buClr>
                <a:schemeClr val="dk2"/>
              </a:buClr>
              <a:buSzPts val="1800"/>
              <a:buChar char="–"/>
              <a:defRPr/>
            </a:lvl2pPr>
            <a:lvl3pPr marL="1371600" lvl="2" indent="-342900" algn="l">
              <a:lnSpc>
                <a:spcPct val="94000"/>
              </a:lnSpc>
              <a:spcBef>
                <a:spcPts val="500"/>
              </a:spcBef>
              <a:spcAft>
                <a:spcPts val="0"/>
              </a:spcAft>
              <a:buClr>
                <a:schemeClr val="dk2"/>
              </a:buClr>
              <a:buSzPts val="1800"/>
              <a:buChar char="■"/>
              <a:defRPr/>
            </a:lvl3pPr>
            <a:lvl4pPr marL="1828800" lvl="3" indent="-342900" algn="l">
              <a:lnSpc>
                <a:spcPct val="94000"/>
              </a:lnSpc>
              <a:spcBef>
                <a:spcPts val="500"/>
              </a:spcBef>
              <a:spcAft>
                <a:spcPts val="0"/>
              </a:spcAft>
              <a:buClr>
                <a:schemeClr val="dk2"/>
              </a:buClr>
              <a:buSzPts val="1800"/>
              <a:buChar char="–"/>
              <a:defRPr/>
            </a:lvl4pPr>
            <a:lvl5pPr marL="2286000" lvl="4" indent="-342900" algn="l">
              <a:lnSpc>
                <a:spcPct val="94000"/>
              </a:lnSpc>
              <a:spcBef>
                <a:spcPts val="500"/>
              </a:spcBef>
              <a:spcAft>
                <a:spcPts val="0"/>
              </a:spcAft>
              <a:buClr>
                <a:schemeClr val="dk2"/>
              </a:buClr>
              <a:buSzPts val="1800"/>
              <a:buChar char="■"/>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23" name="Google Shape;23;p22"/>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2"/>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2"/>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26"/>
        <p:cNvGrpSpPr/>
        <p:nvPr/>
      </p:nvGrpSpPr>
      <p:grpSpPr>
        <a:xfrm>
          <a:off x="0" y="0"/>
          <a:ext cx="0" cy="0"/>
          <a:chOff x="0" y="0"/>
          <a:chExt cx="0" cy="0"/>
        </a:xfrm>
      </p:grpSpPr>
      <p:sp>
        <p:nvSpPr>
          <p:cNvPr id="27" name="Google Shape;27;p26"/>
          <p:cNvSpPr/>
          <p:nvPr/>
        </p:nvSpPr>
        <p:spPr>
          <a:xfrm>
            <a:off x="0" y="376"/>
            <a:ext cx="5303520" cy="685762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6"/>
          <p:cNvSpPr txBox="1">
            <a:spLocks noGrp="1"/>
          </p:cNvSpPr>
          <p:nvPr>
            <p:ph type="title"/>
          </p:nvPr>
        </p:nvSpPr>
        <p:spPr>
          <a:xfrm>
            <a:off x="723900" y="685800"/>
            <a:ext cx="3855720" cy="2157884"/>
          </a:xfrm>
          <a:prstGeom prst="rect">
            <a:avLst/>
          </a:prstGeom>
          <a:noFill/>
          <a:ln>
            <a:noFill/>
          </a:ln>
        </p:spPr>
        <p:txBody>
          <a:bodyPr spcFirstLastPara="1" wrap="square" lIns="91425" tIns="45700" rIns="91425" bIns="45700" anchor="t" anchorCtr="0">
            <a:noAutofit/>
          </a:bodyPr>
          <a:lstStyle>
            <a:lvl1pPr lvl="0" algn="l">
              <a:lnSpc>
                <a:spcPct val="84000"/>
              </a:lnSpc>
              <a:spcBef>
                <a:spcPts val="0"/>
              </a:spcBef>
              <a:spcAft>
                <a:spcPts val="0"/>
              </a:spcAft>
              <a:buClr>
                <a:schemeClr val="dk2"/>
              </a:buClr>
              <a:buSzPts val="4800"/>
              <a:buFont typeface="Libre Franklin"/>
              <a:buNone/>
              <a:defRPr sz="48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6"/>
          <p:cNvSpPr txBox="1">
            <a:spLocks noGrp="1"/>
          </p:cNvSpPr>
          <p:nvPr>
            <p:ph type="body" idx="1"/>
          </p:nvPr>
        </p:nvSpPr>
        <p:spPr>
          <a:xfrm>
            <a:off x="6256020" y="685801"/>
            <a:ext cx="5212080" cy="5175250"/>
          </a:xfrm>
          <a:prstGeom prst="rect">
            <a:avLst/>
          </a:prstGeom>
          <a:noFill/>
          <a:ln>
            <a:noFill/>
          </a:ln>
        </p:spPr>
        <p:txBody>
          <a:bodyPr spcFirstLastPara="1" wrap="square" lIns="91425" tIns="45700" rIns="91425" bIns="45700" anchor="t" anchorCtr="0">
            <a:normAutofit/>
          </a:bodyPr>
          <a:lstStyle>
            <a:lvl1pPr marL="457200" lvl="0" indent="-355600" algn="l">
              <a:lnSpc>
                <a:spcPct val="94000"/>
              </a:lnSpc>
              <a:spcBef>
                <a:spcPts val="1000"/>
              </a:spcBef>
              <a:spcAft>
                <a:spcPts val="0"/>
              </a:spcAft>
              <a:buClr>
                <a:schemeClr val="dk2"/>
              </a:buClr>
              <a:buSzPts val="2000"/>
              <a:buChar char="■"/>
              <a:defRPr sz="2000"/>
            </a:lvl1pPr>
            <a:lvl2pPr marL="914400" lvl="1" indent="-355600" algn="l">
              <a:lnSpc>
                <a:spcPct val="94000"/>
              </a:lnSpc>
              <a:spcBef>
                <a:spcPts val="500"/>
              </a:spcBef>
              <a:spcAft>
                <a:spcPts val="0"/>
              </a:spcAft>
              <a:buClr>
                <a:schemeClr val="dk2"/>
              </a:buClr>
              <a:buSzPts val="2000"/>
              <a:buChar char="–"/>
              <a:defRPr sz="2000"/>
            </a:lvl2pPr>
            <a:lvl3pPr marL="1371600" lvl="2" indent="-342900" algn="l">
              <a:lnSpc>
                <a:spcPct val="94000"/>
              </a:lnSpc>
              <a:spcBef>
                <a:spcPts val="500"/>
              </a:spcBef>
              <a:spcAft>
                <a:spcPts val="0"/>
              </a:spcAft>
              <a:buClr>
                <a:schemeClr val="dk2"/>
              </a:buClr>
              <a:buSzPts val="1800"/>
              <a:buChar char="■"/>
              <a:defRPr sz="1800"/>
            </a:lvl3pPr>
            <a:lvl4pPr marL="1828800" lvl="3" indent="-342900" algn="l">
              <a:lnSpc>
                <a:spcPct val="94000"/>
              </a:lnSpc>
              <a:spcBef>
                <a:spcPts val="500"/>
              </a:spcBef>
              <a:spcAft>
                <a:spcPts val="0"/>
              </a:spcAft>
              <a:buClr>
                <a:schemeClr val="dk2"/>
              </a:buClr>
              <a:buSzPts val="1800"/>
              <a:buChar char="–"/>
              <a:defRPr sz="1800"/>
            </a:lvl4pPr>
            <a:lvl5pPr marL="2286000" lvl="4" indent="-330200" algn="l">
              <a:lnSpc>
                <a:spcPct val="94000"/>
              </a:lnSpc>
              <a:spcBef>
                <a:spcPts val="500"/>
              </a:spcBef>
              <a:spcAft>
                <a:spcPts val="0"/>
              </a:spcAft>
              <a:buClr>
                <a:schemeClr val="dk2"/>
              </a:buClr>
              <a:buSzPts val="1600"/>
              <a:buChar char="■"/>
              <a:defRPr sz="1600"/>
            </a:lvl5pPr>
            <a:lvl6pPr marL="2743200" lvl="5" indent="-330200" algn="l">
              <a:lnSpc>
                <a:spcPct val="94000"/>
              </a:lnSpc>
              <a:spcBef>
                <a:spcPts val="500"/>
              </a:spcBef>
              <a:spcAft>
                <a:spcPts val="0"/>
              </a:spcAft>
              <a:buClr>
                <a:schemeClr val="dk2"/>
              </a:buClr>
              <a:buSzPts val="1600"/>
              <a:buChar char="–"/>
              <a:defRPr sz="1600"/>
            </a:lvl6pPr>
            <a:lvl7pPr marL="3200400" lvl="6" indent="-330200" algn="l">
              <a:lnSpc>
                <a:spcPct val="94000"/>
              </a:lnSpc>
              <a:spcBef>
                <a:spcPts val="500"/>
              </a:spcBef>
              <a:spcAft>
                <a:spcPts val="0"/>
              </a:spcAft>
              <a:buClr>
                <a:schemeClr val="dk2"/>
              </a:buClr>
              <a:buSzPts val="1600"/>
              <a:buChar char="■"/>
              <a:defRPr sz="1600"/>
            </a:lvl7pPr>
            <a:lvl8pPr marL="3657600" lvl="7" indent="-330200" algn="l">
              <a:lnSpc>
                <a:spcPct val="94000"/>
              </a:lnSpc>
              <a:spcBef>
                <a:spcPts val="500"/>
              </a:spcBef>
              <a:spcAft>
                <a:spcPts val="0"/>
              </a:spcAft>
              <a:buClr>
                <a:schemeClr val="dk2"/>
              </a:buClr>
              <a:buSzPts val="1600"/>
              <a:buChar char="–"/>
              <a:defRPr sz="1600"/>
            </a:lvl8pPr>
            <a:lvl9pPr marL="4114800" lvl="8" indent="-330200" algn="l">
              <a:lnSpc>
                <a:spcPct val="94000"/>
              </a:lnSpc>
              <a:spcBef>
                <a:spcPts val="500"/>
              </a:spcBef>
              <a:spcAft>
                <a:spcPts val="200"/>
              </a:spcAft>
              <a:buClr>
                <a:schemeClr val="dk2"/>
              </a:buClr>
              <a:buSzPts val="1600"/>
              <a:buChar char="■"/>
              <a:defRPr sz="1600"/>
            </a:lvl9pPr>
          </a:lstStyle>
          <a:p>
            <a:endParaRPr/>
          </a:p>
        </p:txBody>
      </p:sp>
      <p:sp>
        <p:nvSpPr>
          <p:cNvPr id="30" name="Google Shape;30;p26"/>
          <p:cNvSpPr txBox="1">
            <a:spLocks noGrp="1"/>
          </p:cNvSpPr>
          <p:nvPr>
            <p:ph type="body" idx="2"/>
          </p:nvPr>
        </p:nvSpPr>
        <p:spPr>
          <a:xfrm>
            <a:off x="723900" y="2856344"/>
            <a:ext cx="3855720" cy="3011056"/>
          </a:xfrm>
          <a:prstGeom prst="rect">
            <a:avLst/>
          </a:prstGeom>
          <a:noFill/>
          <a:ln>
            <a:noFill/>
          </a:ln>
        </p:spPr>
        <p:txBody>
          <a:bodyPr spcFirstLastPara="1" wrap="square" lIns="91425" tIns="45700" rIns="91425" bIns="45700" anchor="t" anchorCtr="0">
            <a:normAutofit/>
          </a:bodyPr>
          <a:lstStyle>
            <a:lvl1pPr marL="457200" lvl="0" indent="-228600" algn="l">
              <a:lnSpc>
                <a:spcPct val="113000"/>
              </a:lnSpc>
              <a:spcBef>
                <a:spcPts val="0"/>
              </a:spcBef>
              <a:spcAft>
                <a:spcPts val="0"/>
              </a:spcAft>
              <a:buClr>
                <a:schemeClr val="dk2"/>
              </a:buClr>
              <a:buSzPts val="1600"/>
              <a:buNone/>
              <a:defRPr sz="1600"/>
            </a:lvl1pPr>
            <a:lvl2pPr marL="914400" lvl="1" indent="-228600" algn="l">
              <a:lnSpc>
                <a:spcPct val="94000"/>
              </a:lnSpc>
              <a:spcBef>
                <a:spcPts val="1500"/>
              </a:spcBef>
              <a:spcAft>
                <a:spcPts val="0"/>
              </a:spcAft>
              <a:buClr>
                <a:schemeClr val="dk2"/>
              </a:buClr>
              <a:buSzPts val="1400"/>
              <a:buNone/>
              <a:defRPr sz="1400"/>
            </a:lvl2pPr>
            <a:lvl3pPr marL="1371600" lvl="2" indent="-228600" algn="l">
              <a:lnSpc>
                <a:spcPct val="94000"/>
              </a:lnSpc>
              <a:spcBef>
                <a:spcPts val="500"/>
              </a:spcBef>
              <a:spcAft>
                <a:spcPts val="0"/>
              </a:spcAft>
              <a:buClr>
                <a:schemeClr val="dk2"/>
              </a:buClr>
              <a:buSzPts val="1200"/>
              <a:buNone/>
              <a:defRPr sz="1200"/>
            </a:lvl3pPr>
            <a:lvl4pPr marL="1828800" lvl="3" indent="-228600" algn="l">
              <a:lnSpc>
                <a:spcPct val="94000"/>
              </a:lnSpc>
              <a:spcBef>
                <a:spcPts val="500"/>
              </a:spcBef>
              <a:spcAft>
                <a:spcPts val="0"/>
              </a:spcAft>
              <a:buClr>
                <a:schemeClr val="dk2"/>
              </a:buClr>
              <a:buSzPts val="1000"/>
              <a:buNone/>
              <a:defRPr sz="1000"/>
            </a:lvl4pPr>
            <a:lvl5pPr marL="2286000" lvl="4" indent="-228600" algn="l">
              <a:lnSpc>
                <a:spcPct val="94000"/>
              </a:lnSpc>
              <a:spcBef>
                <a:spcPts val="500"/>
              </a:spcBef>
              <a:spcAft>
                <a:spcPts val="0"/>
              </a:spcAft>
              <a:buClr>
                <a:schemeClr val="dk2"/>
              </a:buClr>
              <a:buSzPts val="1000"/>
              <a:buNone/>
              <a:defRPr sz="1000"/>
            </a:lvl5pPr>
            <a:lvl6pPr marL="2743200" lvl="5" indent="-228600" algn="l">
              <a:lnSpc>
                <a:spcPct val="94000"/>
              </a:lnSpc>
              <a:spcBef>
                <a:spcPts val="500"/>
              </a:spcBef>
              <a:spcAft>
                <a:spcPts val="0"/>
              </a:spcAft>
              <a:buClr>
                <a:schemeClr val="dk2"/>
              </a:buClr>
              <a:buSzPts val="1000"/>
              <a:buNone/>
              <a:defRPr sz="1000"/>
            </a:lvl6pPr>
            <a:lvl7pPr marL="3200400" lvl="6" indent="-228600" algn="l">
              <a:lnSpc>
                <a:spcPct val="94000"/>
              </a:lnSpc>
              <a:spcBef>
                <a:spcPts val="500"/>
              </a:spcBef>
              <a:spcAft>
                <a:spcPts val="0"/>
              </a:spcAft>
              <a:buClr>
                <a:schemeClr val="dk2"/>
              </a:buClr>
              <a:buSzPts val="1000"/>
              <a:buNone/>
              <a:defRPr sz="1000"/>
            </a:lvl7pPr>
            <a:lvl8pPr marL="3657600" lvl="7" indent="-228600" algn="l">
              <a:lnSpc>
                <a:spcPct val="94000"/>
              </a:lnSpc>
              <a:spcBef>
                <a:spcPts val="500"/>
              </a:spcBef>
              <a:spcAft>
                <a:spcPts val="0"/>
              </a:spcAft>
              <a:buClr>
                <a:schemeClr val="dk2"/>
              </a:buClr>
              <a:buSzPts val="1000"/>
              <a:buNone/>
              <a:defRPr sz="1000"/>
            </a:lvl8pPr>
            <a:lvl9pPr marL="4114800" lvl="8" indent="-228600" algn="l">
              <a:lnSpc>
                <a:spcPct val="94000"/>
              </a:lnSpc>
              <a:spcBef>
                <a:spcPts val="500"/>
              </a:spcBef>
              <a:spcAft>
                <a:spcPts val="200"/>
              </a:spcAft>
              <a:buClr>
                <a:schemeClr val="dk2"/>
              </a:buClr>
              <a:buSzPts val="1000"/>
              <a:buNone/>
              <a:defRPr sz="1000"/>
            </a:lvl9pPr>
          </a:lstStyle>
          <a:p>
            <a:endParaRPr/>
          </a:p>
        </p:txBody>
      </p:sp>
      <p:sp>
        <p:nvSpPr>
          <p:cNvPr id="31" name="Google Shape;31;p26"/>
          <p:cNvSpPr txBox="1">
            <a:spLocks noGrp="1"/>
          </p:cNvSpPr>
          <p:nvPr>
            <p:ph type="dt" idx="10"/>
          </p:nvPr>
        </p:nvSpPr>
        <p:spPr>
          <a:xfrm>
            <a:off x="723900" y="6453386"/>
            <a:ext cx="1204572"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6"/>
          <p:cNvSpPr txBox="1">
            <a:spLocks noGrp="1"/>
          </p:cNvSpPr>
          <p:nvPr>
            <p:ph type="ftr" idx="11"/>
          </p:nvPr>
        </p:nvSpPr>
        <p:spPr>
          <a:xfrm>
            <a:off x="2205945" y="6453386"/>
            <a:ext cx="2373675"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26"/>
          <p:cNvSpPr txBox="1">
            <a:spLocks noGrp="1"/>
          </p:cNvSpPr>
          <p:nvPr>
            <p:ph type="sldNum" idx="12"/>
          </p:nvPr>
        </p:nvSpPr>
        <p:spPr>
          <a:xfrm>
            <a:off x="9883140" y="6453386"/>
            <a:ext cx="1596292"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2"/>
                </a:solidFill>
                <a:latin typeface="Libre Franklin"/>
                <a:ea typeface="Libre Franklin"/>
                <a:cs typeface="Libre Franklin"/>
                <a:sym typeface="Libre Franklin"/>
              </a:defRPr>
            </a:lvl1pPr>
            <a:lvl2pPr marL="0" lvl="1" indent="0" algn="r">
              <a:spcBef>
                <a:spcPts val="0"/>
              </a:spcBef>
              <a:buNone/>
              <a:defRPr sz="1200">
                <a:solidFill>
                  <a:schemeClr val="dk2"/>
                </a:solidFill>
                <a:latin typeface="Libre Franklin"/>
                <a:ea typeface="Libre Franklin"/>
                <a:cs typeface="Libre Franklin"/>
                <a:sym typeface="Libre Franklin"/>
              </a:defRPr>
            </a:lvl2pPr>
            <a:lvl3pPr marL="0" lvl="2" indent="0" algn="r">
              <a:spcBef>
                <a:spcPts val="0"/>
              </a:spcBef>
              <a:buNone/>
              <a:defRPr sz="1200">
                <a:solidFill>
                  <a:schemeClr val="dk2"/>
                </a:solidFill>
                <a:latin typeface="Libre Franklin"/>
                <a:ea typeface="Libre Franklin"/>
                <a:cs typeface="Libre Franklin"/>
                <a:sym typeface="Libre Franklin"/>
              </a:defRPr>
            </a:lvl3pPr>
            <a:lvl4pPr marL="0" lvl="3" indent="0" algn="r">
              <a:spcBef>
                <a:spcPts val="0"/>
              </a:spcBef>
              <a:buNone/>
              <a:defRPr sz="1200">
                <a:solidFill>
                  <a:schemeClr val="dk2"/>
                </a:solidFill>
                <a:latin typeface="Libre Franklin"/>
                <a:ea typeface="Libre Franklin"/>
                <a:cs typeface="Libre Franklin"/>
                <a:sym typeface="Libre Franklin"/>
              </a:defRPr>
            </a:lvl4pPr>
            <a:lvl5pPr marL="0" lvl="4" indent="0" algn="r">
              <a:spcBef>
                <a:spcPts val="0"/>
              </a:spcBef>
              <a:buNone/>
              <a:defRPr sz="1200">
                <a:solidFill>
                  <a:schemeClr val="dk2"/>
                </a:solidFill>
                <a:latin typeface="Libre Franklin"/>
                <a:ea typeface="Libre Franklin"/>
                <a:cs typeface="Libre Franklin"/>
                <a:sym typeface="Libre Franklin"/>
              </a:defRPr>
            </a:lvl5pPr>
            <a:lvl6pPr marL="0" lvl="5" indent="0" algn="r">
              <a:spcBef>
                <a:spcPts val="0"/>
              </a:spcBef>
              <a:buNone/>
              <a:defRPr sz="1200">
                <a:solidFill>
                  <a:schemeClr val="dk2"/>
                </a:solidFill>
                <a:latin typeface="Libre Franklin"/>
                <a:ea typeface="Libre Franklin"/>
                <a:cs typeface="Libre Franklin"/>
                <a:sym typeface="Libre Franklin"/>
              </a:defRPr>
            </a:lvl6pPr>
            <a:lvl7pPr marL="0" lvl="6" indent="0" algn="r">
              <a:spcBef>
                <a:spcPts val="0"/>
              </a:spcBef>
              <a:buNone/>
              <a:defRPr sz="1200">
                <a:solidFill>
                  <a:schemeClr val="dk2"/>
                </a:solidFill>
                <a:latin typeface="Libre Franklin"/>
                <a:ea typeface="Libre Franklin"/>
                <a:cs typeface="Libre Franklin"/>
                <a:sym typeface="Libre Franklin"/>
              </a:defRPr>
            </a:lvl7pPr>
            <a:lvl8pPr marL="0" lvl="7" indent="0" algn="r">
              <a:spcBef>
                <a:spcPts val="0"/>
              </a:spcBef>
              <a:buNone/>
              <a:defRPr sz="1200">
                <a:solidFill>
                  <a:schemeClr val="dk2"/>
                </a:solidFill>
                <a:latin typeface="Libre Franklin"/>
                <a:ea typeface="Libre Franklin"/>
                <a:cs typeface="Libre Franklin"/>
                <a:sym typeface="Libre Franklin"/>
              </a:defRPr>
            </a:lvl8pPr>
            <a:lvl9pPr marL="0" lvl="8" indent="0" algn="r">
              <a:spcBef>
                <a:spcPts val="0"/>
              </a:spcBef>
              <a:buNone/>
              <a:defRPr sz="1200">
                <a:solidFill>
                  <a:schemeClr val="dk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
        <p:nvSpPr>
          <p:cNvPr id="34" name="Google Shape;34;p26"/>
          <p:cNvSpPr/>
          <p:nvPr/>
        </p:nvSpPr>
        <p:spPr>
          <a:xfrm>
            <a:off x="5303520" y="376"/>
            <a:ext cx="228600" cy="6858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solidFill>
          <a:schemeClr val="lt2"/>
        </a:solidFill>
        <a:effectLst/>
      </p:bgPr>
    </p:bg>
    <p:spTree>
      <p:nvGrpSpPr>
        <p:cNvPr id="1" name="Shape 35"/>
        <p:cNvGrpSpPr/>
        <p:nvPr/>
      </p:nvGrpSpPr>
      <p:grpSpPr>
        <a:xfrm>
          <a:off x="0" y="0"/>
          <a:ext cx="0" cy="0"/>
          <a:chOff x="0" y="0"/>
          <a:chExt cx="0" cy="0"/>
        </a:xfrm>
      </p:grpSpPr>
      <p:sp>
        <p:nvSpPr>
          <p:cNvPr id="36" name="Google Shape;36;p27"/>
          <p:cNvSpPr txBox="1">
            <a:spLocks noGrp="1"/>
          </p:cNvSpPr>
          <p:nvPr>
            <p:ph type="ctrTitle"/>
          </p:nvPr>
        </p:nvSpPr>
        <p:spPr>
          <a:xfrm>
            <a:off x="1915128" y="1788454"/>
            <a:ext cx="8361229" cy="2098226"/>
          </a:xfrm>
          <a:prstGeom prst="rect">
            <a:avLst/>
          </a:prstGeom>
          <a:noFill/>
          <a:ln>
            <a:noFill/>
          </a:ln>
        </p:spPr>
        <p:txBody>
          <a:bodyPr spcFirstLastPara="1" wrap="square" lIns="91425" tIns="45700" rIns="91425" bIns="45700" anchor="b" anchorCtr="0">
            <a:noAutofit/>
          </a:bodyPr>
          <a:lstStyle>
            <a:lvl1pPr lvl="0" algn="ctr">
              <a:lnSpc>
                <a:spcPct val="89000"/>
              </a:lnSpc>
              <a:spcBef>
                <a:spcPts val="0"/>
              </a:spcBef>
              <a:spcAft>
                <a:spcPts val="0"/>
              </a:spcAft>
              <a:buClr>
                <a:schemeClr val="dk2"/>
              </a:buClr>
              <a:buSzPts val="7200"/>
              <a:buFont typeface="Libre Franklin"/>
              <a:buNone/>
              <a:defRPr sz="7200" cap="none">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27"/>
          <p:cNvSpPr txBox="1">
            <a:spLocks noGrp="1"/>
          </p:cNvSpPr>
          <p:nvPr>
            <p:ph type="subTitle" idx="1"/>
          </p:nvPr>
        </p:nvSpPr>
        <p:spPr>
          <a:xfrm>
            <a:off x="2679906" y="3956279"/>
            <a:ext cx="6831673" cy="1086237"/>
          </a:xfrm>
          <a:prstGeom prst="rect">
            <a:avLst/>
          </a:prstGeom>
          <a:noFill/>
          <a:ln>
            <a:noFill/>
          </a:ln>
        </p:spPr>
        <p:txBody>
          <a:bodyPr spcFirstLastPara="1" wrap="square" lIns="91425" tIns="45700" rIns="91425" bIns="45700" anchor="t" anchorCtr="0">
            <a:normAutofit/>
          </a:bodyPr>
          <a:lstStyle>
            <a:lvl1pPr lvl="0" algn="ctr">
              <a:lnSpc>
                <a:spcPct val="112000"/>
              </a:lnSpc>
              <a:spcBef>
                <a:spcPts val="0"/>
              </a:spcBef>
              <a:spcAft>
                <a:spcPts val="0"/>
              </a:spcAft>
              <a:buClr>
                <a:schemeClr val="dk2"/>
              </a:buClr>
              <a:buSzPts val="2300"/>
              <a:buNone/>
              <a:defRPr sz="2300"/>
            </a:lvl1pPr>
            <a:lvl2pPr lvl="1" algn="ctr">
              <a:lnSpc>
                <a:spcPct val="94000"/>
              </a:lnSpc>
              <a:spcBef>
                <a:spcPts val="500"/>
              </a:spcBef>
              <a:spcAft>
                <a:spcPts val="0"/>
              </a:spcAft>
              <a:buClr>
                <a:schemeClr val="dk2"/>
              </a:buClr>
              <a:buSzPts val="2000"/>
              <a:buNone/>
              <a:defRPr sz="2000"/>
            </a:lvl2pPr>
            <a:lvl3pPr lvl="2" algn="ctr">
              <a:lnSpc>
                <a:spcPct val="94000"/>
              </a:lnSpc>
              <a:spcBef>
                <a:spcPts val="500"/>
              </a:spcBef>
              <a:spcAft>
                <a:spcPts val="0"/>
              </a:spcAft>
              <a:buClr>
                <a:schemeClr val="dk2"/>
              </a:buClr>
              <a:buSzPts val="1800"/>
              <a:buNone/>
              <a:defRPr sz="1800"/>
            </a:lvl3pPr>
            <a:lvl4pPr lvl="3" algn="ctr">
              <a:lnSpc>
                <a:spcPct val="94000"/>
              </a:lnSpc>
              <a:spcBef>
                <a:spcPts val="500"/>
              </a:spcBef>
              <a:spcAft>
                <a:spcPts val="0"/>
              </a:spcAft>
              <a:buClr>
                <a:schemeClr val="dk2"/>
              </a:buClr>
              <a:buSzPts val="1600"/>
              <a:buNone/>
              <a:defRPr sz="1600"/>
            </a:lvl4pPr>
            <a:lvl5pPr lvl="4" algn="ctr">
              <a:lnSpc>
                <a:spcPct val="94000"/>
              </a:lnSpc>
              <a:spcBef>
                <a:spcPts val="500"/>
              </a:spcBef>
              <a:spcAft>
                <a:spcPts val="0"/>
              </a:spcAft>
              <a:buClr>
                <a:schemeClr val="dk2"/>
              </a:buClr>
              <a:buSzPts val="1600"/>
              <a:buNone/>
              <a:defRPr sz="1600"/>
            </a:lvl5pPr>
            <a:lvl6pPr lvl="5" algn="ctr">
              <a:lnSpc>
                <a:spcPct val="94000"/>
              </a:lnSpc>
              <a:spcBef>
                <a:spcPts val="500"/>
              </a:spcBef>
              <a:spcAft>
                <a:spcPts val="0"/>
              </a:spcAft>
              <a:buClr>
                <a:schemeClr val="dk2"/>
              </a:buClr>
              <a:buSzPts val="1600"/>
              <a:buNone/>
              <a:defRPr sz="1600"/>
            </a:lvl6pPr>
            <a:lvl7pPr lvl="6" algn="ctr">
              <a:lnSpc>
                <a:spcPct val="94000"/>
              </a:lnSpc>
              <a:spcBef>
                <a:spcPts val="500"/>
              </a:spcBef>
              <a:spcAft>
                <a:spcPts val="0"/>
              </a:spcAft>
              <a:buClr>
                <a:schemeClr val="dk2"/>
              </a:buClr>
              <a:buSzPts val="1600"/>
              <a:buNone/>
              <a:defRPr sz="1600"/>
            </a:lvl7pPr>
            <a:lvl8pPr lvl="7" algn="ctr">
              <a:lnSpc>
                <a:spcPct val="94000"/>
              </a:lnSpc>
              <a:spcBef>
                <a:spcPts val="500"/>
              </a:spcBef>
              <a:spcAft>
                <a:spcPts val="0"/>
              </a:spcAft>
              <a:buClr>
                <a:schemeClr val="dk2"/>
              </a:buClr>
              <a:buSzPts val="1600"/>
              <a:buNone/>
              <a:defRPr sz="1600"/>
            </a:lvl8pPr>
            <a:lvl9pPr lvl="8" algn="ctr">
              <a:lnSpc>
                <a:spcPct val="94000"/>
              </a:lnSpc>
              <a:spcBef>
                <a:spcPts val="500"/>
              </a:spcBef>
              <a:spcAft>
                <a:spcPts val="200"/>
              </a:spcAft>
              <a:buClr>
                <a:schemeClr val="dk2"/>
              </a:buClr>
              <a:buSzPts val="1600"/>
              <a:buNone/>
              <a:defRPr sz="1600"/>
            </a:lvl9pPr>
          </a:lstStyle>
          <a:p>
            <a:endParaRPr/>
          </a:p>
        </p:txBody>
      </p:sp>
      <p:sp>
        <p:nvSpPr>
          <p:cNvPr id="38" name="Google Shape;38;p27"/>
          <p:cNvSpPr txBox="1">
            <a:spLocks noGrp="1"/>
          </p:cNvSpPr>
          <p:nvPr>
            <p:ph type="dt" idx="10"/>
          </p:nvPr>
        </p:nvSpPr>
        <p:spPr>
          <a:xfrm>
            <a:off x="752858" y="6453386"/>
            <a:ext cx="1607944"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7"/>
          <p:cNvSpPr txBox="1">
            <a:spLocks noGrp="1"/>
          </p:cNvSpPr>
          <p:nvPr>
            <p:ph type="ftr" idx="11"/>
          </p:nvPr>
        </p:nvSpPr>
        <p:spPr>
          <a:xfrm>
            <a:off x="2584054" y="6453386"/>
            <a:ext cx="7023377" cy="40461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27"/>
          <p:cNvSpPr txBox="1">
            <a:spLocks noGrp="1"/>
          </p:cNvSpPr>
          <p:nvPr>
            <p:ph type="sldNum" idx="12"/>
          </p:nvPr>
        </p:nvSpPr>
        <p:spPr>
          <a:xfrm>
            <a:off x="9830683" y="6453386"/>
            <a:ext cx="1596292"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2"/>
                </a:solidFill>
                <a:latin typeface="Libre Franklin"/>
                <a:ea typeface="Libre Franklin"/>
                <a:cs typeface="Libre Franklin"/>
                <a:sym typeface="Libre Franklin"/>
              </a:defRPr>
            </a:lvl1pPr>
            <a:lvl2pPr marL="0" lvl="1" indent="0" algn="r">
              <a:spcBef>
                <a:spcPts val="0"/>
              </a:spcBef>
              <a:buNone/>
              <a:defRPr sz="1200">
                <a:solidFill>
                  <a:schemeClr val="dk2"/>
                </a:solidFill>
                <a:latin typeface="Libre Franklin"/>
                <a:ea typeface="Libre Franklin"/>
                <a:cs typeface="Libre Franklin"/>
                <a:sym typeface="Libre Franklin"/>
              </a:defRPr>
            </a:lvl2pPr>
            <a:lvl3pPr marL="0" lvl="2" indent="0" algn="r">
              <a:spcBef>
                <a:spcPts val="0"/>
              </a:spcBef>
              <a:buNone/>
              <a:defRPr sz="1200">
                <a:solidFill>
                  <a:schemeClr val="dk2"/>
                </a:solidFill>
                <a:latin typeface="Libre Franklin"/>
                <a:ea typeface="Libre Franklin"/>
                <a:cs typeface="Libre Franklin"/>
                <a:sym typeface="Libre Franklin"/>
              </a:defRPr>
            </a:lvl3pPr>
            <a:lvl4pPr marL="0" lvl="3" indent="0" algn="r">
              <a:spcBef>
                <a:spcPts val="0"/>
              </a:spcBef>
              <a:buNone/>
              <a:defRPr sz="1200">
                <a:solidFill>
                  <a:schemeClr val="dk2"/>
                </a:solidFill>
                <a:latin typeface="Libre Franklin"/>
                <a:ea typeface="Libre Franklin"/>
                <a:cs typeface="Libre Franklin"/>
                <a:sym typeface="Libre Franklin"/>
              </a:defRPr>
            </a:lvl4pPr>
            <a:lvl5pPr marL="0" lvl="4" indent="0" algn="r">
              <a:spcBef>
                <a:spcPts val="0"/>
              </a:spcBef>
              <a:buNone/>
              <a:defRPr sz="1200">
                <a:solidFill>
                  <a:schemeClr val="dk2"/>
                </a:solidFill>
                <a:latin typeface="Libre Franklin"/>
                <a:ea typeface="Libre Franklin"/>
                <a:cs typeface="Libre Franklin"/>
                <a:sym typeface="Libre Franklin"/>
              </a:defRPr>
            </a:lvl5pPr>
            <a:lvl6pPr marL="0" lvl="5" indent="0" algn="r">
              <a:spcBef>
                <a:spcPts val="0"/>
              </a:spcBef>
              <a:buNone/>
              <a:defRPr sz="1200">
                <a:solidFill>
                  <a:schemeClr val="dk2"/>
                </a:solidFill>
                <a:latin typeface="Libre Franklin"/>
                <a:ea typeface="Libre Franklin"/>
                <a:cs typeface="Libre Franklin"/>
                <a:sym typeface="Libre Franklin"/>
              </a:defRPr>
            </a:lvl6pPr>
            <a:lvl7pPr marL="0" lvl="6" indent="0" algn="r">
              <a:spcBef>
                <a:spcPts val="0"/>
              </a:spcBef>
              <a:buNone/>
              <a:defRPr sz="1200">
                <a:solidFill>
                  <a:schemeClr val="dk2"/>
                </a:solidFill>
                <a:latin typeface="Libre Franklin"/>
                <a:ea typeface="Libre Franklin"/>
                <a:cs typeface="Libre Franklin"/>
                <a:sym typeface="Libre Franklin"/>
              </a:defRPr>
            </a:lvl7pPr>
            <a:lvl8pPr marL="0" lvl="7" indent="0" algn="r">
              <a:spcBef>
                <a:spcPts val="0"/>
              </a:spcBef>
              <a:buNone/>
              <a:defRPr sz="1200">
                <a:solidFill>
                  <a:schemeClr val="dk2"/>
                </a:solidFill>
                <a:latin typeface="Libre Franklin"/>
                <a:ea typeface="Libre Franklin"/>
                <a:cs typeface="Libre Franklin"/>
                <a:sym typeface="Libre Franklin"/>
              </a:defRPr>
            </a:lvl8pPr>
            <a:lvl9pPr marL="0" lvl="8" indent="0" algn="r">
              <a:spcBef>
                <a:spcPts val="0"/>
              </a:spcBef>
              <a:buNone/>
              <a:defRPr sz="1200">
                <a:solidFill>
                  <a:schemeClr val="dk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grpSp>
        <p:nvGrpSpPr>
          <p:cNvPr id="41" name="Google Shape;41;p27"/>
          <p:cNvGrpSpPr/>
          <p:nvPr/>
        </p:nvGrpSpPr>
        <p:grpSpPr>
          <a:xfrm>
            <a:off x="752858" y="744469"/>
            <a:ext cx="10674117" cy="5349671"/>
            <a:chOff x="752858" y="744469"/>
            <a:chExt cx="10674117" cy="5349671"/>
          </a:xfrm>
        </p:grpSpPr>
        <p:sp>
          <p:nvSpPr>
            <p:cNvPr id="42" name="Google Shape;42;p27"/>
            <p:cNvSpPr/>
            <p:nvPr/>
          </p:nvSpPr>
          <p:spPr>
            <a:xfrm>
              <a:off x="8151962" y="1685652"/>
              <a:ext cx="3275013" cy="4408488"/>
            </a:xfrm>
            <a:custGeom>
              <a:avLst/>
              <a:gdLst/>
              <a:ahLst/>
              <a:cxnLst/>
              <a:rect l="l" t="t" r="r" b="b"/>
              <a:pathLst>
                <a:path w="10000" h="10000" extrusionOk="0">
                  <a:moveTo>
                    <a:pt x="8761" y="0"/>
                  </a:moveTo>
                  <a:lnTo>
                    <a:pt x="10000" y="0"/>
                  </a:lnTo>
                  <a:lnTo>
                    <a:pt x="10000" y="10000"/>
                  </a:lnTo>
                  <a:lnTo>
                    <a:pt x="0" y="10000"/>
                  </a:lnTo>
                  <a:lnTo>
                    <a:pt x="0" y="9126"/>
                  </a:lnTo>
                  <a:lnTo>
                    <a:pt x="8761" y="9127"/>
                  </a:lnTo>
                  <a:lnTo>
                    <a:pt x="8761" y="0"/>
                  </a:lnTo>
                  <a:close/>
                </a:path>
              </a:pathLst>
            </a:custGeom>
            <a:solidFill>
              <a:schemeClr val="dk2"/>
            </a:solidFill>
            <a:ln>
              <a:noFill/>
            </a:ln>
          </p:spPr>
        </p:sp>
        <p:sp>
          <p:nvSpPr>
            <p:cNvPr id="43" name="Google Shape;43;p27"/>
            <p:cNvSpPr/>
            <p:nvPr/>
          </p:nvSpPr>
          <p:spPr>
            <a:xfrm rot="10800000">
              <a:off x="752858" y="744469"/>
              <a:ext cx="3275668" cy="4408488"/>
            </a:xfrm>
            <a:custGeom>
              <a:avLst/>
              <a:gdLst/>
              <a:ahLst/>
              <a:cxnLst/>
              <a:rect l="l" t="t" r="r" b="b"/>
              <a:pathLst>
                <a:path w="10002" h="10000" extrusionOk="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dk2"/>
        </a:solidFill>
        <a:effectLst/>
      </p:bgPr>
    </p:bg>
    <p:spTree>
      <p:nvGrpSpPr>
        <p:cNvPr id="1" name="Shape 44"/>
        <p:cNvGrpSpPr/>
        <p:nvPr/>
      </p:nvGrpSpPr>
      <p:grpSpPr>
        <a:xfrm>
          <a:off x="0" y="0"/>
          <a:ext cx="0" cy="0"/>
          <a:chOff x="0" y="0"/>
          <a:chExt cx="0" cy="0"/>
        </a:xfrm>
      </p:grpSpPr>
      <p:sp>
        <p:nvSpPr>
          <p:cNvPr id="45" name="Google Shape;45;p24"/>
          <p:cNvSpPr txBox="1">
            <a:spLocks noGrp="1"/>
          </p:cNvSpPr>
          <p:nvPr>
            <p:ph type="title"/>
          </p:nvPr>
        </p:nvSpPr>
        <p:spPr>
          <a:xfrm>
            <a:off x="765025" y="1301360"/>
            <a:ext cx="9612971" cy="2852737"/>
          </a:xfrm>
          <a:prstGeom prst="rect">
            <a:avLst/>
          </a:prstGeom>
          <a:noFill/>
          <a:ln>
            <a:noFill/>
          </a:ln>
        </p:spPr>
        <p:txBody>
          <a:bodyPr spcFirstLastPara="1" wrap="square" lIns="91425" tIns="45700" rIns="91425" bIns="45700" anchor="b" anchorCtr="0">
            <a:normAutofit/>
          </a:bodyPr>
          <a:lstStyle>
            <a:lvl1pPr lvl="0" algn="r">
              <a:lnSpc>
                <a:spcPct val="89000"/>
              </a:lnSpc>
              <a:spcBef>
                <a:spcPts val="0"/>
              </a:spcBef>
              <a:spcAft>
                <a:spcPts val="0"/>
              </a:spcAft>
              <a:buClr>
                <a:schemeClr val="lt2"/>
              </a:buClr>
              <a:buSzPts val="7200"/>
              <a:buFont typeface="Libre Franklin"/>
              <a:buNone/>
              <a:defRPr sz="7200" cap="none">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24"/>
          <p:cNvSpPr txBox="1">
            <a:spLocks noGrp="1"/>
          </p:cNvSpPr>
          <p:nvPr>
            <p:ph type="body" idx="1"/>
          </p:nvPr>
        </p:nvSpPr>
        <p:spPr>
          <a:xfrm>
            <a:off x="765025" y="4216328"/>
            <a:ext cx="9612971" cy="1143324"/>
          </a:xfrm>
          <a:prstGeom prst="rect">
            <a:avLst/>
          </a:prstGeom>
          <a:noFill/>
          <a:ln>
            <a:noFill/>
          </a:ln>
        </p:spPr>
        <p:txBody>
          <a:bodyPr spcFirstLastPara="1" wrap="square" lIns="91425" tIns="45700" rIns="91425" bIns="45700" anchor="t" anchorCtr="0">
            <a:normAutofit/>
          </a:bodyPr>
          <a:lstStyle>
            <a:lvl1pPr marL="457200" lvl="0" indent="-228600" algn="r">
              <a:lnSpc>
                <a:spcPct val="112000"/>
              </a:lnSpc>
              <a:spcBef>
                <a:spcPts val="0"/>
              </a:spcBef>
              <a:spcAft>
                <a:spcPts val="0"/>
              </a:spcAft>
              <a:buClr>
                <a:schemeClr val="lt2"/>
              </a:buClr>
              <a:buSzPts val="2400"/>
              <a:buNone/>
              <a:defRPr sz="2400">
                <a:solidFill>
                  <a:schemeClr val="lt2"/>
                </a:solidFill>
              </a:defRPr>
            </a:lvl1pPr>
            <a:lvl2pPr marL="914400" lvl="1" indent="-228600" algn="l">
              <a:lnSpc>
                <a:spcPct val="94000"/>
              </a:lnSpc>
              <a:spcBef>
                <a:spcPts val="500"/>
              </a:spcBef>
              <a:spcAft>
                <a:spcPts val="0"/>
              </a:spcAft>
              <a:buClr>
                <a:schemeClr val="lt1"/>
              </a:buClr>
              <a:buSzPts val="2000"/>
              <a:buNone/>
              <a:defRPr sz="2000">
                <a:solidFill>
                  <a:schemeClr val="lt1"/>
                </a:solidFill>
              </a:defRPr>
            </a:lvl2pPr>
            <a:lvl3pPr marL="1371600" lvl="2" indent="-228600" algn="l">
              <a:lnSpc>
                <a:spcPct val="94000"/>
              </a:lnSpc>
              <a:spcBef>
                <a:spcPts val="500"/>
              </a:spcBef>
              <a:spcAft>
                <a:spcPts val="0"/>
              </a:spcAft>
              <a:buClr>
                <a:schemeClr val="lt1"/>
              </a:buClr>
              <a:buSzPts val="1800"/>
              <a:buNone/>
              <a:defRPr sz="1800">
                <a:solidFill>
                  <a:schemeClr val="lt1"/>
                </a:solidFill>
              </a:defRPr>
            </a:lvl3pPr>
            <a:lvl4pPr marL="1828800" lvl="3" indent="-228600" algn="l">
              <a:lnSpc>
                <a:spcPct val="94000"/>
              </a:lnSpc>
              <a:spcBef>
                <a:spcPts val="500"/>
              </a:spcBef>
              <a:spcAft>
                <a:spcPts val="0"/>
              </a:spcAft>
              <a:buClr>
                <a:schemeClr val="lt1"/>
              </a:buClr>
              <a:buSzPts val="1600"/>
              <a:buNone/>
              <a:defRPr sz="1600">
                <a:solidFill>
                  <a:schemeClr val="lt1"/>
                </a:solidFill>
              </a:defRPr>
            </a:lvl4pPr>
            <a:lvl5pPr marL="2286000" lvl="4" indent="-228600" algn="l">
              <a:lnSpc>
                <a:spcPct val="94000"/>
              </a:lnSpc>
              <a:spcBef>
                <a:spcPts val="500"/>
              </a:spcBef>
              <a:spcAft>
                <a:spcPts val="0"/>
              </a:spcAft>
              <a:buClr>
                <a:schemeClr val="lt1"/>
              </a:buClr>
              <a:buSzPts val="1600"/>
              <a:buNone/>
              <a:defRPr sz="1600">
                <a:solidFill>
                  <a:schemeClr val="lt1"/>
                </a:solidFill>
              </a:defRPr>
            </a:lvl5pPr>
            <a:lvl6pPr marL="2743200" lvl="5" indent="-228600" algn="l">
              <a:lnSpc>
                <a:spcPct val="94000"/>
              </a:lnSpc>
              <a:spcBef>
                <a:spcPts val="500"/>
              </a:spcBef>
              <a:spcAft>
                <a:spcPts val="0"/>
              </a:spcAft>
              <a:buClr>
                <a:schemeClr val="lt1"/>
              </a:buClr>
              <a:buSzPts val="1600"/>
              <a:buNone/>
              <a:defRPr sz="1600">
                <a:solidFill>
                  <a:schemeClr val="lt1"/>
                </a:solidFill>
              </a:defRPr>
            </a:lvl6pPr>
            <a:lvl7pPr marL="3200400" lvl="6" indent="-228600" algn="l">
              <a:lnSpc>
                <a:spcPct val="94000"/>
              </a:lnSpc>
              <a:spcBef>
                <a:spcPts val="500"/>
              </a:spcBef>
              <a:spcAft>
                <a:spcPts val="0"/>
              </a:spcAft>
              <a:buClr>
                <a:schemeClr val="lt1"/>
              </a:buClr>
              <a:buSzPts val="1600"/>
              <a:buNone/>
              <a:defRPr sz="1600">
                <a:solidFill>
                  <a:schemeClr val="lt1"/>
                </a:solidFill>
              </a:defRPr>
            </a:lvl7pPr>
            <a:lvl8pPr marL="3657600" lvl="7" indent="-228600" algn="l">
              <a:lnSpc>
                <a:spcPct val="94000"/>
              </a:lnSpc>
              <a:spcBef>
                <a:spcPts val="500"/>
              </a:spcBef>
              <a:spcAft>
                <a:spcPts val="0"/>
              </a:spcAft>
              <a:buClr>
                <a:schemeClr val="lt1"/>
              </a:buClr>
              <a:buSzPts val="1600"/>
              <a:buNone/>
              <a:defRPr sz="1600">
                <a:solidFill>
                  <a:schemeClr val="lt1"/>
                </a:solidFill>
              </a:defRPr>
            </a:lvl8pPr>
            <a:lvl9pPr marL="4114800" lvl="8" indent="-228600" algn="l">
              <a:lnSpc>
                <a:spcPct val="94000"/>
              </a:lnSpc>
              <a:spcBef>
                <a:spcPts val="500"/>
              </a:spcBef>
              <a:spcAft>
                <a:spcPts val="200"/>
              </a:spcAft>
              <a:buClr>
                <a:schemeClr val="lt1"/>
              </a:buClr>
              <a:buSzPts val="1600"/>
              <a:buNone/>
              <a:defRPr sz="1600">
                <a:solidFill>
                  <a:schemeClr val="lt1"/>
                </a:solidFill>
              </a:defRPr>
            </a:lvl9pPr>
          </a:lstStyle>
          <a:p>
            <a:endParaRPr/>
          </a:p>
        </p:txBody>
      </p:sp>
      <p:sp>
        <p:nvSpPr>
          <p:cNvPr id="47" name="Google Shape;47;p24"/>
          <p:cNvSpPr txBox="1">
            <a:spLocks noGrp="1"/>
          </p:cNvSpPr>
          <p:nvPr>
            <p:ph type="dt" idx="10"/>
          </p:nvPr>
        </p:nvSpPr>
        <p:spPr>
          <a:xfrm>
            <a:off x="738908" y="6453386"/>
            <a:ext cx="1622409"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4"/>
          <p:cNvSpPr txBox="1">
            <a:spLocks noGrp="1"/>
          </p:cNvSpPr>
          <p:nvPr>
            <p:ph type="ftr" idx="11"/>
          </p:nvPr>
        </p:nvSpPr>
        <p:spPr>
          <a:xfrm>
            <a:off x="2584312" y="6453386"/>
            <a:ext cx="7023377" cy="40461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4"/>
          <p:cNvSpPr txBox="1">
            <a:spLocks noGrp="1"/>
          </p:cNvSpPr>
          <p:nvPr>
            <p:ph type="sldNum" idx="12"/>
          </p:nvPr>
        </p:nvSpPr>
        <p:spPr>
          <a:xfrm>
            <a:off x="9830683" y="6453386"/>
            <a:ext cx="1596292"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2"/>
                </a:solidFill>
                <a:latin typeface="Libre Franklin"/>
                <a:ea typeface="Libre Franklin"/>
                <a:cs typeface="Libre Franklin"/>
                <a:sym typeface="Libre Franklin"/>
              </a:defRPr>
            </a:lvl1pPr>
            <a:lvl2pPr marL="0" lvl="1" indent="0" algn="r">
              <a:spcBef>
                <a:spcPts val="0"/>
              </a:spcBef>
              <a:buNone/>
              <a:defRPr sz="1200">
                <a:solidFill>
                  <a:schemeClr val="lt2"/>
                </a:solidFill>
                <a:latin typeface="Libre Franklin"/>
                <a:ea typeface="Libre Franklin"/>
                <a:cs typeface="Libre Franklin"/>
                <a:sym typeface="Libre Franklin"/>
              </a:defRPr>
            </a:lvl2pPr>
            <a:lvl3pPr marL="0" lvl="2" indent="0" algn="r">
              <a:spcBef>
                <a:spcPts val="0"/>
              </a:spcBef>
              <a:buNone/>
              <a:defRPr sz="1200">
                <a:solidFill>
                  <a:schemeClr val="lt2"/>
                </a:solidFill>
                <a:latin typeface="Libre Franklin"/>
                <a:ea typeface="Libre Franklin"/>
                <a:cs typeface="Libre Franklin"/>
                <a:sym typeface="Libre Franklin"/>
              </a:defRPr>
            </a:lvl3pPr>
            <a:lvl4pPr marL="0" lvl="3" indent="0" algn="r">
              <a:spcBef>
                <a:spcPts val="0"/>
              </a:spcBef>
              <a:buNone/>
              <a:defRPr sz="1200">
                <a:solidFill>
                  <a:schemeClr val="lt2"/>
                </a:solidFill>
                <a:latin typeface="Libre Franklin"/>
                <a:ea typeface="Libre Franklin"/>
                <a:cs typeface="Libre Franklin"/>
                <a:sym typeface="Libre Franklin"/>
              </a:defRPr>
            </a:lvl4pPr>
            <a:lvl5pPr marL="0" lvl="4" indent="0" algn="r">
              <a:spcBef>
                <a:spcPts val="0"/>
              </a:spcBef>
              <a:buNone/>
              <a:defRPr sz="1200">
                <a:solidFill>
                  <a:schemeClr val="lt2"/>
                </a:solidFill>
                <a:latin typeface="Libre Franklin"/>
                <a:ea typeface="Libre Franklin"/>
                <a:cs typeface="Libre Franklin"/>
                <a:sym typeface="Libre Franklin"/>
              </a:defRPr>
            </a:lvl5pPr>
            <a:lvl6pPr marL="0" lvl="5" indent="0" algn="r">
              <a:spcBef>
                <a:spcPts val="0"/>
              </a:spcBef>
              <a:buNone/>
              <a:defRPr sz="1200">
                <a:solidFill>
                  <a:schemeClr val="lt2"/>
                </a:solidFill>
                <a:latin typeface="Libre Franklin"/>
                <a:ea typeface="Libre Franklin"/>
                <a:cs typeface="Libre Franklin"/>
                <a:sym typeface="Libre Franklin"/>
              </a:defRPr>
            </a:lvl6pPr>
            <a:lvl7pPr marL="0" lvl="6" indent="0" algn="r">
              <a:spcBef>
                <a:spcPts val="0"/>
              </a:spcBef>
              <a:buNone/>
              <a:defRPr sz="1200">
                <a:solidFill>
                  <a:schemeClr val="lt2"/>
                </a:solidFill>
                <a:latin typeface="Libre Franklin"/>
                <a:ea typeface="Libre Franklin"/>
                <a:cs typeface="Libre Franklin"/>
                <a:sym typeface="Libre Franklin"/>
              </a:defRPr>
            </a:lvl7pPr>
            <a:lvl8pPr marL="0" lvl="7" indent="0" algn="r">
              <a:spcBef>
                <a:spcPts val="0"/>
              </a:spcBef>
              <a:buNone/>
              <a:defRPr sz="1200">
                <a:solidFill>
                  <a:schemeClr val="lt2"/>
                </a:solidFill>
                <a:latin typeface="Libre Franklin"/>
                <a:ea typeface="Libre Franklin"/>
                <a:cs typeface="Libre Franklin"/>
                <a:sym typeface="Libre Franklin"/>
              </a:defRPr>
            </a:lvl8pPr>
            <a:lvl9pPr marL="0" lvl="8" indent="0" algn="r">
              <a:spcBef>
                <a:spcPts val="0"/>
              </a:spcBef>
              <a:buNone/>
              <a:defRPr sz="1200">
                <a:solidFill>
                  <a:schemeClr val="lt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
        <p:nvSpPr>
          <p:cNvPr id="50" name="Google Shape;50;p24"/>
          <p:cNvSpPr/>
          <p:nvPr/>
        </p:nvSpPr>
        <p:spPr>
          <a:xfrm>
            <a:off x="8151962" y="1685652"/>
            <a:ext cx="3275013" cy="4408488"/>
          </a:xfrm>
          <a:custGeom>
            <a:avLst/>
            <a:gdLst/>
            <a:ahLst/>
            <a:cxnLst/>
            <a:rect l="l" t="t" r="r" b="b"/>
            <a:pathLst>
              <a:path w="4125" h="5554" extrusionOk="0">
                <a:moveTo>
                  <a:pt x="3614" y="0"/>
                </a:moveTo>
                <a:lnTo>
                  <a:pt x="4125" y="0"/>
                </a:lnTo>
                <a:lnTo>
                  <a:pt x="4125" y="5554"/>
                </a:lnTo>
                <a:lnTo>
                  <a:pt x="0" y="5554"/>
                </a:lnTo>
                <a:lnTo>
                  <a:pt x="0" y="5074"/>
                </a:lnTo>
                <a:lnTo>
                  <a:pt x="3614" y="5074"/>
                </a:lnTo>
                <a:lnTo>
                  <a:pt x="3614" y="0"/>
                </a:lnTo>
                <a:close/>
              </a:path>
            </a:pathLst>
          </a:custGeom>
          <a:solidFill>
            <a:schemeClr val="lt2"/>
          </a:solidFill>
          <a:ln>
            <a:noFill/>
          </a:ln>
        </p:spPr>
      </p:sp>
    </p:spTree>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1"/>
        <p:cNvGrpSpPr/>
        <p:nvPr/>
      </p:nvGrpSpPr>
      <p:grpSpPr>
        <a:xfrm>
          <a:off x="0" y="0"/>
          <a:ext cx="0" cy="0"/>
          <a:chOff x="0" y="0"/>
          <a:chExt cx="0" cy="0"/>
        </a:xfrm>
      </p:grpSpPr>
      <p:sp>
        <p:nvSpPr>
          <p:cNvPr id="52" name="Google Shape;52;p28"/>
          <p:cNvSpPr txBox="1">
            <a:spLocks noGrp="1"/>
          </p:cNvSpPr>
          <p:nvPr>
            <p:ph type="title"/>
          </p:nvPr>
        </p:nvSpPr>
        <p:spPr>
          <a:xfrm>
            <a:off x="1371600" y="685800"/>
            <a:ext cx="9601200" cy="1485900"/>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4400"/>
              <a:buFont typeface="Libre Franklin"/>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28"/>
          <p:cNvSpPr txBox="1">
            <a:spLocks noGrp="1"/>
          </p:cNvSpPr>
          <p:nvPr>
            <p:ph type="body" idx="1"/>
          </p:nvPr>
        </p:nvSpPr>
        <p:spPr>
          <a:xfrm>
            <a:off x="1371600" y="2285999"/>
            <a:ext cx="4447786" cy="3581401"/>
          </a:xfrm>
          <a:prstGeom prst="rect">
            <a:avLst/>
          </a:prstGeom>
          <a:noFill/>
          <a:ln>
            <a:noFill/>
          </a:ln>
        </p:spPr>
        <p:txBody>
          <a:bodyPr spcFirstLastPara="1" wrap="square" lIns="91425" tIns="45700" rIns="91425" bIns="45700" anchor="t" anchorCtr="0">
            <a:normAutofit/>
          </a:bodyPr>
          <a:lstStyle>
            <a:lvl1pPr marL="457200" lvl="0" indent="-355600" algn="l">
              <a:lnSpc>
                <a:spcPct val="94000"/>
              </a:lnSpc>
              <a:spcBef>
                <a:spcPts val="1000"/>
              </a:spcBef>
              <a:spcAft>
                <a:spcPts val="0"/>
              </a:spcAft>
              <a:buClr>
                <a:schemeClr val="dk2"/>
              </a:buClr>
              <a:buSzPts val="2000"/>
              <a:buChar char="■"/>
              <a:defRPr>
                <a:solidFill>
                  <a:schemeClr val="dk2"/>
                </a:solidFill>
              </a:defRPr>
            </a:lvl1pPr>
            <a:lvl2pPr marL="914400" lvl="1" indent="-355600" algn="l">
              <a:lnSpc>
                <a:spcPct val="94000"/>
              </a:lnSpc>
              <a:spcBef>
                <a:spcPts val="500"/>
              </a:spcBef>
              <a:spcAft>
                <a:spcPts val="0"/>
              </a:spcAft>
              <a:buClr>
                <a:schemeClr val="dk2"/>
              </a:buClr>
              <a:buSzPts val="2000"/>
              <a:buChar char="–"/>
              <a:defRPr>
                <a:solidFill>
                  <a:schemeClr val="dk2"/>
                </a:solidFill>
              </a:defRPr>
            </a:lvl2pPr>
            <a:lvl3pPr marL="1371600" lvl="2" indent="-342900" algn="l">
              <a:lnSpc>
                <a:spcPct val="94000"/>
              </a:lnSpc>
              <a:spcBef>
                <a:spcPts val="500"/>
              </a:spcBef>
              <a:spcAft>
                <a:spcPts val="0"/>
              </a:spcAft>
              <a:buClr>
                <a:schemeClr val="dk2"/>
              </a:buClr>
              <a:buSzPts val="1800"/>
              <a:buChar char="■"/>
              <a:defRPr>
                <a:solidFill>
                  <a:schemeClr val="dk2"/>
                </a:solidFill>
              </a:defRPr>
            </a:lvl3pPr>
            <a:lvl4pPr marL="1828800" lvl="3" indent="-342900" algn="l">
              <a:lnSpc>
                <a:spcPct val="94000"/>
              </a:lnSpc>
              <a:spcBef>
                <a:spcPts val="500"/>
              </a:spcBef>
              <a:spcAft>
                <a:spcPts val="0"/>
              </a:spcAft>
              <a:buClr>
                <a:schemeClr val="dk2"/>
              </a:buClr>
              <a:buSzPts val="1800"/>
              <a:buChar char="–"/>
              <a:defRPr>
                <a:solidFill>
                  <a:schemeClr val="dk2"/>
                </a:solidFill>
              </a:defRPr>
            </a:lvl4pPr>
            <a:lvl5pPr marL="2286000" lvl="4" indent="-330200" algn="l">
              <a:lnSpc>
                <a:spcPct val="94000"/>
              </a:lnSpc>
              <a:spcBef>
                <a:spcPts val="500"/>
              </a:spcBef>
              <a:spcAft>
                <a:spcPts val="0"/>
              </a:spcAft>
              <a:buClr>
                <a:schemeClr val="dk2"/>
              </a:buClr>
              <a:buSzPts val="1600"/>
              <a:buChar char="■"/>
              <a:defRPr>
                <a:solidFill>
                  <a:schemeClr val="dk2"/>
                </a:solidFill>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54" name="Google Shape;54;p28"/>
          <p:cNvSpPr txBox="1">
            <a:spLocks noGrp="1"/>
          </p:cNvSpPr>
          <p:nvPr>
            <p:ph type="body" idx="2"/>
          </p:nvPr>
        </p:nvSpPr>
        <p:spPr>
          <a:xfrm>
            <a:off x="6525403" y="2285999"/>
            <a:ext cx="4447786" cy="3581401"/>
          </a:xfrm>
          <a:prstGeom prst="rect">
            <a:avLst/>
          </a:prstGeom>
          <a:noFill/>
          <a:ln>
            <a:noFill/>
          </a:ln>
        </p:spPr>
        <p:txBody>
          <a:bodyPr spcFirstLastPara="1" wrap="square" lIns="91425" tIns="45700" rIns="91425" bIns="45700" anchor="t" anchorCtr="0">
            <a:normAutofit/>
          </a:bodyPr>
          <a:lstStyle>
            <a:lvl1pPr marL="457200" lvl="0" indent="-355600" algn="l">
              <a:lnSpc>
                <a:spcPct val="94000"/>
              </a:lnSpc>
              <a:spcBef>
                <a:spcPts val="1000"/>
              </a:spcBef>
              <a:spcAft>
                <a:spcPts val="0"/>
              </a:spcAft>
              <a:buClr>
                <a:schemeClr val="dk2"/>
              </a:buClr>
              <a:buSzPts val="2000"/>
              <a:buChar char="■"/>
              <a:defRPr>
                <a:solidFill>
                  <a:schemeClr val="dk2"/>
                </a:solidFill>
              </a:defRPr>
            </a:lvl1pPr>
            <a:lvl2pPr marL="914400" lvl="1" indent="-355600" algn="l">
              <a:lnSpc>
                <a:spcPct val="94000"/>
              </a:lnSpc>
              <a:spcBef>
                <a:spcPts val="500"/>
              </a:spcBef>
              <a:spcAft>
                <a:spcPts val="0"/>
              </a:spcAft>
              <a:buClr>
                <a:schemeClr val="dk2"/>
              </a:buClr>
              <a:buSzPts val="2000"/>
              <a:buChar char="–"/>
              <a:defRPr>
                <a:solidFill>
                  <a:schemeClr val="dk2"/>
                </a:solidFill>
              </a:defRPr>
            </a:lvl2pPr>
            <a:lvl3pPr marL="1371600" lvl="2" indent="-342900" algn="l">
              <a:lnSpc>
                <a:spcPct val="94000"/>
              </a:lnSpc>
              <a:spcBef>
                <a:spcPts val="500"/>
              </a:spcBef>
              <a:spcAft>
                <a:spcPts val="0"/>
              </a:spcAft>
              <a:buClr>
                <a:schemeClr val="dk2"/>
              </a:buClr>
              <a:buSzPts val="1800"/>
              <a:buChar char="■"/>
              <a:defRPr>
                <a:solidFill>
                  <a:schemeClr val="dk2"/>
                </a:solidFill>
              </a:defRPr>
            </a:lvl3pPr>
            <a:lvl4pPr marL="1828800" lvl="3" indent="-342900" algn="l">
              <a:lnSpc>
                <a:spcPct val="94000"/>
              </a:lnSpc>
              <a:spcBef>
                <a:spcPts val="500"/>
              </a:spcBef>
              <a:spcAft>
                <a:spcPts val="0"/>
              </a:spcAft>
              <a:buClr>
                <a:schemeClr val="dk2"/>
              </a:buClr>
              <a:buSzPts val="1800"/>
              <a:buChar char="–"/>
              <a:defRPr>
                <a:solidFill>
                  <a:schemeClr val="dk2"/>
                </a:solidFill>
              </a:defRPr>
            </a:lvl4pPr>
            <a:lvl5pPr marL="2286000" lvl="4" indent="-330200" algn="l">
              <a:lnSpc>
                <a:spcPct val="94000"/>
              </a:lnSpc>
              <a:spcBef>
                <a:spcPts val="500"/>
              </a:spcBef>
              <a:spcAft>
                <a:spcPts val="0"/>
              </a:spcAft>
              <a:buClr>
                <a:schemeClr val="dk2"/>
              </a:buClr>
              <a:buSzPts val="1600"/>
              <a:buChar char="■"/>
              <a:defRPr>
                <a:solidFill>
                  <a:schemeClr val="dk2"/>
                </a:solidFill>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55" name="Google Shape;55;p28"/>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8"/>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8"/>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8"/>
        <p:cNvGrpSpPr/>
        <p:nvPr/>
      </p:nvGrpSpPr>
      <p:grpSpPr>
        <a:xfrm>
          <a:off x="0" y="0"/>
          <a:ext cx="0" cy="0"/>
          <a:chOff x="0" y="0"/>
          <a:chExt cx="0" cy="0"/>
        </a:xfrm>
      </p:grpSpPr>
      <p:sp>
        <p:nvSpPr>
          <p:cNvPr id="59" name="Google Shape;59;p29"/>
          <p:cNvSpPr txBox="1">
            <a:spLocks noGrp="1"/>
          </p:cNvSpPr>
          <p:nvPr>
            <p:ph type="title"/>
          </p:nvPr>
        </p:nvSpPr>
        <p:spPr>
          <a:xfrm>
            <a:off x="1371600" y="685800"/>
            <a:ext cx="9601200" cy="1485900"/>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4400"/>
              <a:buFont typeface="Libre Franklin"/>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9"/>
          <p:cNvSpPr txBox="1">
            <a:spLocks noGrp="1"/>
          </p:cNvSpPr>
          <p:nvPr>
            <p:ph type="body" idx="1"/>
          </p:nvPr>
        </p:nvSpPr>
        <p:spPr>
          <a:xfrm>
            <a:off x="1371600" y="2340864"/>
            <a:ext cx="4443984" cy="823912"/>
          </a:xfrm>
          <a:prstGeom prst="rect">
            <a:avLst/>
          </a:prstGeom>
          <a:noFill/>
          <a:ln>
            <a:noFill/>
          </a:ln>
        </p:spPr>
        <p:txBody>
          <a:bodyPr spcFirstLastPara="1" wrap="square" lIns="91425" tIns="45700" rIns="91425" bIns="45700" anchor="b" anchorCtr="0">
            <a:noAutofit/>
          </a:bodyPr>
          <a:lstStyle>
            <a:lvl1pPr marL="457200" lvl="0" indent="-228600" algn="l">
              <a:lnSpc>
                <a:spcPct val="84000"/>
              </a:lnSpc>
              <a:spcBef>
                <a:spcPts val="0"/>
              </a:spcBef>
              <a:spcAft>
                <a:spcPts val="0"/>
              </a:spcAft>
              <a:buClr>
                <a:schemeClr val="dk2"/>
              </a:buClr>
              <a:buSzPts val="3000"/>
              <a:buNone/>
              <a:defRPr sz="3000" b="0">
                <a:solidFill>
                  <a:schemeClr val="dk2"/>
                </a:solidFill>
              </a:defRPr>
            </a:lvl1pPr>
            <a:lvl2pPr marL="914400" lvl="1" indent="-228600" algn="l">
              <a:lnSpc>
                <a:spcPct val="94000"/>
              </a:lnSpc>
              <a:spcBef>
                <a:spcPts val="500"/>
              </a:spcBef>
              <a:spcAft>
                <a:spcPts val="0"/>
              </a:spcAft>
              <a:buClr>
                <a:schemeClr val="dk2"/>
              </a:buClr>
              <a:buSzPts val="2000"/>
              <a:buNone/>
              <a:defRPr sz="2000" b="1"/>
            </a:lvl2pPr>
            <a:lvl3pPr marL="1371600" lvl="2" indent="-228600" algn="l">
              <a:lnSpc>
                <a:spcPct val="94000"/>
              </a:lnSpc>
              <a:spcBef>
                <a:spcPts val="500"/>
              </a:spcBef>
              <a:spcAft>
                <a:spcPts val="0"/>
              </a:spcAft>
              <a:buClr>
                <a:schemeClr val="dk2"/>
              </a:buClr>
              <a:buSzPts val="1800"/>
              <a:buNone/>
              <a:defRPr sz="1800" b="1"/>
            </a:lvl3pPr>
            <a:lvl4pPr marL="1828800" lvl="3" indent="-228600" algn="l">
              <a:lnSpc>
                <a:spcPct val="94000"/>
              </a:lnSpc>
              <a:spcBef>
                <a:spcPts val="500"/>
              </a:spcBef>
              <a:spcAft>
                <a:spcPts val="0"/>
              </a:spcAft>
              <a:buClr>
                <a:schemeClr val="dk2"/>
              </a:buClr>
              <a:buSzPts val="1600"/>
              <a:buNone/>
              <a:defRPr sz="1600" b="1"/>
            </a:lvl4pPr>
            <a:lvl5pPr marL="2286000" lvl="4" indent="-228600" algn="l">
              <a:lnSpc>
                <a:spcPct val="94000"/>
              </a:lnSpc>
              <a:spcBef>
                <a:spcPts val="500"/>
              </a:spcBef>
              <a:spcAft>
                <a:spcPts val="0"/>
              </a:spcAft>
              <a:buClr>
                <a:schemeClr val="dk2"/>
              </a:buClr>
              <a:buSzPts val="1600"/>
              <a:buNone/>
              <a:defRPr sz="1600" b="1"/>
            </a:lvl5pPr>
            <a:lvl6pPr marL="2743200" lvl="5" indent="-228600" algn="l">
              <a:lnSpc>
                <a:spcPct val="94000"/>
              </a:lnSpc>
              <a:spcBef>
                <a:spcPts val="500"/>
              </a:spcBef>
              <a:spcAft>
                <a:spcPts val="0"/>
              </a:spcAft>
              <a:buClr>
                <a:schemeClr val="dk2"/>
              </a:buClr>
              <a:buSzPts val="1600"/>
              <a:buNone/>
              <a:defRPr sz="1600" b="1"/>
            </a:lvl6pPr>
            <a:lvl7pPr marL="3200400" lvl="6" indent="-228600" algn="l">
              <a:lnSpc>
                <a:spcPct val="94000"/>
              </a:lnSpc>
              <a:spcBef>
                <a:spcPts val="500"/>
              </a:spcBef>
              <a:spcAft>
                <a:spcPts val="0"/>
              </a:spcAft>
              <a:buClr>
                <a:schemeClr val="dk2"/>
              </a:buClr>
              <a:buSzPts val="1600"/>
              <a:buNone/>
              <a:defRPr sz="1600" b="1"/>
            </a:lvl7pPr>
            <a:lvl8pPr marL="3657600" lvl="7" indent="-228600" algn="l">
              <a:lnSpc>
                <a:spcPct val="94000"/>
              </a:lnSpc>
              <a:spcBef>
                <a:spcPts val="500"/>
              </a:spcBef>
              <a:spcAft>
                <a:spcPts val="0"/>
              </a:spcAft>
              <a:buClr>
                <a:schemeClr val="dk2"/>
              </a:buClr>
              <a:buSzPts val="1600"/>
              <a:buNone/>
              <a:defRPr sz="1600" b="1"/>
            </a:lvl8pPr>
            <a:lvl9pPr marL="4114800" lvl="8" indent="-228600" algn="l">
              <a:lnSpc>
                <a:spcPct val="94000"/>
              </a:lnSpc>
              <a:spcBef>
                <a:spcPts val="500"/>
              </a:spcBef>
              <a:spcAft>
                <a:spcPts val="200"/>
              </a:spcAft>
              <a:buClr>
                <a:schemeClr val="dk2"/>
              </a:buClr>
              <a:buSzPts val="1600"/>
              <a:buNone/>
              <a:defRPr sz="1600" b="1"/>
            </a:lvl9pPr>
          </a:lstStyle>
          <a:p>
            <a:endParaRPr/>
          </a:p>
        </p:txBody>
      </p:sp>
      <p:sp>
        <p:nvSpPr>
          <p:cNvPr id="61" name="Google Shape;61;p29"/>
          <p:cNvSpPr txBox="1">
            <a:spLocks noGrp="1"/>
          </p:cNvSpPr>
          <p:nvPr>
            <p:ph type="body" idx="2"/>
          </p:nvPr>
        </p:nvSpPr>
        <p:spPr>
          <a:xfrm>
            <a:off x="1371600" y="3305207"/>
            <a:ext cx="4443984" cy="2562193"/>
          </a:xfrm>
          <a:prstGeom prst="rect">
            <a:avLst/>
          </a:prstGeom>
          <a:noFill/>
          <a:ln>
            <a:noFill/>
          </a:ln>
        </p:spPr>
        <p:txBody>
          <a:bodyPr spcFirstLastPara="1" wrap="square" lIns="91425" tIns="45700" rIns="91425" bIns="45700" anchor="t" anchorCtr="0">
            <a:normAutofit/>
          </a:bodyPr>
          <a:lstStyle>
            <a:lvl1pPr marL="457200" lvl="0" indent="-355600" algn="l">
              <a:lnSpc>
                <a:spcPct val="94000"/>
              </a:lnSpc>
              <a:spcBef>
                <a:spcPts val="1000"/>
              </a:spcBef>
              <a:spcAft>
                <a:spcPts val="0"/>
              </a:spcAft>
              <a:buClr>
                <a:schemeClr val="dk2"/>
              </a:buClr>
              <a:buSzPts val="2000"/>
              <a:buChar char="■"/>
              <a:defRPr>
                <a:solidFill>
                  <a:schemeClr val="dk2"/>
                </a:solidFill>
              </a:defRPr>
            </a:lvl1pPr>
            <a:lvl2pPr marL="914400" lvl="1" indent="-355600" algn="l">
              <a:lnSpc>
                <a:spcPct val="94000"/>
              </a:lnSpc>
              <a:spcBef>
                <a:spcPts val="500"/>
              </a:spcBef>
              <a:spcAft>
                <a:spcPts val="0"/>
              </a:spcAft>
              <a:buClr>
                <a:schemeClr val="dk2"/>
              </a:buClr>
              <a:buSzPts val="2000"/>
              <a:buChar char="–"/>
              <a:defRPr>
                <a:solidFill>
                  <a:schemeClr val="dk2"/>
                </a:solidFill>
              </a:defRPr>
            </a:lvl2pPr>
            <a:lvl3pPr marL="1371600" lvl="2" indent="-342900" algn="l">
              <a:lnSpc>
                <a:spcPct val="94000"/>
              </a:lnSpc>
              <a:spcBef>
                <a:spcPts val="500"/>
              </a:spcBef>
              <a:spcAft>
                <a:spcPts val="0"/>
              </a:spcAft>
              <a:buClr>
                <a:schemeClr val="dk2"/>
              </a:buClr>
              <a:buSzPts val="1800"/>
              <a:buChar char="■"/>
              <a:defRPr>
                <a:solidFill>
                  <a:schemeClr val="dk2"/>
                </a:solidFill>
              </a:defRPr>
            </a:lvl3pPr>
            <a:lvl4pPr marL="1828800" lvl="3" indent="-342900" algn="l">
              <a:lnSpc>
                <a:spcPct val="94000"/>
              </a:lnSpc>
              <a:spcBef>
                <a:spcPts val="500"/>
              </a:spcBef>
              <a:spcAft>
                <a:spcPts val="0"/>
              </a:spcAft>
              <a:buClr>
                <a:schemeClr val="dk2"/>
              </a:buClr>
              <a:buSzPts val="1800"/>
              <a:buChar char="–"/>
              <a:defRPr>
                <a:solidFill>
                  <a:schemeClr val="dk2"/>
                </a:solidFill>
              </a:defRPr>
            </a:lvl4pPr>
            <a:lvl5pPr marL="2286000" lvl="4" indent="-330200" algn="l">
              <a:lnSpc>
                <a:spcPct val="94000"/>
              </a:lnSpc>
              <a:spcBef>
                <a:spcPts val="500"/>
              </a:spcBef>
              <a:spcAft>
                <a:spcPts val="0"/>
              </a:spcAft>
              <a:buClr>
                <a:schemeClr val="dk2"/>
              </a:buClr>
              <a:buSzPts val="1600"/>
              <a:buChar char="■"/>
              <a:defRPr>
                <a:solidFill>
                  <a:schemeClr val="dk2"/>
                </a:solidFill>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62" name="Google Shape;62;p29"/>
          <p:cNvSpPr txBox="1">
            <a:spLocks noGrp="1"/>
          </p:cNvSpPr>
          <p:nvPr>
            <p:ph type="body" idx="3"/>
          </p:nvPr>
        </p:nvSpPr>
        <p:spPr>
          <a:xfrm>
            <a:off x="6525014" y="2340864"/>
            <a:ext cx="4443984" cy="823912"/>
          </a:xfrm>
          <a:prstGeom prst="rect">
            <a:avLst/>
          </a:prstGeom>
          <a:noFill/>
          <a:ln>
            <a:noFill/>
          </a:ln>
        </p:spPr>
        <p:txBody>
          <a:bodyPr spcFirstLastPara="1" wrap="square" lIns="91425" tIns="45700" rIns="91425" bIns="45700" anchor="b" anchorCtr="0">
            <a:noAutofit/>
          </a:bodyPr>
          <a:lstStyle>
            <a:lvl1pPr marL="457200" lvl="0" indent="-228600" algn="l">
              <a:lnSpc>
                <a:spcPct val="84000"/>
              </a:lnSpc>
              <a:spcBef>
                <a:spcPts val="0"/>
              </a:spcBef>
              <a:spcAft>
                <a:spcPts val="0"/>
              </a:spcAft>
              <a:buClr>
                <a:schemeClr val="dk2"/>
              </a:buClr>
              <a:buSzPts val="3000"/>
              <a:buNone/>
              <a:defRPr sz="3000" b="0">
                <a:solidFill>
                  <a:schemeClr val="dk2"/>
                </a:solidFill>
              </a:defRPr>
            </a:lvl1pPr>
            <a:lvl2pPr marL="914400" lvl="1" indent="-228600" algn="l">
              <a:lnSpc>
                <a:spcPct val="94000"/>
              </a:lnSpc>
              <a:spcBef>
                <a:spcPts val="500"/>
              </a:spcBef>
              <a:spcAft>
                <a:spcPts val="0"/>
              </a:spcAft>
              <a:buClr>
                <a:schemeClr val="dk2"/>
              </a:buClr>
              <a:buSzPts val="2000"/>
              <a:buNone/>
              <a:defRPr sz="2000" b="1"/>
            </a:lvl2pPr>
            <a:lvl3pPr marL="1371600" lvl="2" indent="-228600" algn="l">
              <a:lnSpc>
                <a:spcPct val="94000"/>
              </a:lnSpc>
              <a:spcBef>
                <a:spcPts val="500"/>
              </a:spcBef>
              <a:spcAft>
                <a:spcPts val="0"/>
              </a:spcAft>
              <a:buClr>
                <a:schemeClr val="dk2"/>
              </a:buClr>
              <a:buSzPts val="1800"/>
              <a:buNone/>
              <a:defRPr sz="1800" b="1"/>
            </a:lvl3pPr>
            <a:lvl4pPr marL="1828800" lvl="3" indent="-228600" algn="l">
              <a:lnSpc>
                <a:spcPct val="94000"/>
              </a:lnSpc>
              <a:spcBef>
                <a:spcPts val="500"/>
              </a:spcBef>
              <a:spcAft>
                <a:spcPts val="0"/>
              </a:spcAft>
              <a:buClr>
                <a:schemeClr val="dk2"/>
              </a:buClr>
              <a:buSzPts val="1600"/>
              <a:buNone/>
              <a:defRPr sz="1600" b="1"/>
            </a:lvl4pPr>
            <a:lvl5pPr marL="2286000" lvl="4" indent="-228600" algn="l">
              <a:lnSpc>
                <a:spcPct val="94000"/>
              </a:lnSpc>
              <a:spcBef>
                <a:spcPts val="500"/>
              </a:spcBef>
              <a:spcAft>
                <a:spcPts val="0"/>
              </a:spcAft>
              <a:buClr>
                <a:schemeClr val="dk2"/>
              </a:buClr>
              <a:buSzPts val="1600"/>
              <a:buNone/>
              <a:defRPr sz="1600" b="1"/>
            </a:lvl5pPr>
            <a:lvl6pPr marL="2743200" lvl="5" indent="-228600" algn="l">
              <a:lnSpc>
                <a:spcPct val="94000"/>
              </a:lnSpc>
              <a:spcBef>
                <a:spcPts val="500"/>
              </a:spcBef>
              <a:spcAft>
                <a:spcPts val="0"/>
              </a:spcAft>
              <a:buClr>
                <a:schemeClr val="dk2"/>
              </a:buClr>
              <a:buSzPts val="1600"/>
              <a:buNone/>
              <a:defRPr sz="1600" b="1"/>
            </a:lvl6pPr>
            <a:lvl7pPr marL="3200400" lvl="6" indent="-228600" algn="l">
              <a:lnSpc>
                <a:spcPct val="94000"/>
              </a:lnSpc>
              <a:spcBef>
                <a:spcPts val="500"/>
              </a:spcBef>
              <a:spcAft>
                <a:spcPts val="0"/>
              </a:spcAft>
              <a:buClr>
                <a:schemeClr val="dk2"/>
              </a:buClr>
              <a:buSzPts val="1600"/>
              <a:buNone/>
              <a:defRPr sz="1600" b="1"/>
            </a:lvl7pPr>
            <a:lvl8pPr marL="3657600" lvl="7" indent="-228600" algn="l">
              <a:lnSpc>
                <a:spcPct val="94000"/>
              </a:lnSpc>
              <a:spcBef>
                <a:spcPts val="500"/>
              </a:spcBef>
              <a:spcAft>
                <a:spcPts val="0"/>
              </a:spcAft>
              <a:buClr>
                <a:schemeClr val="dk2"/>
              </a:buClr>
              <a:buSzPts val="1600"/>
              <a:buNone/>
              <a:defRPr sz="1600" b="1"/>
            </a:lvl8pPr>
            <a:lvl9pPr marL="4114800" lvl="8" indent="-228600" algn="l">
              <a:lnSpc>
                <a:spcPct val="94000"/>
              </a:lnSpc>
              <a:spcBef>
                <a:spcPts val="500"/>
              </a:spcBef>
              <a:spcAft>
                <a:spcPts val="200"/>
              </a:spcAft>
              <a:buClr>
                <a:schemeClr val="dk2"/>
              </a:buClr>
              <a:buSzPts val="1600"/>
              <a:buNone/>
              <a:defRPr sz="1600" b="1"/>
            </a:lvl9pPr>
          </a:lstStyle>
          <a:p>
            <a:endParaRPr/>
          </a:p>
        </p:txBody>
      </p:sp>
      <p:sp>
        <p:nvSpPr>
          <p:cNvPr id="63" name="Google Shape;63;p29"/>
          <p:cNvSpPr txBox="1">
            <a:spLocks noGrp="1"/>
          </p:cNvSpPr>
          <p:nvPr>
            <p:ph type="body" idx="4"/>
          </p:nvPr>
        </p:nvSpPr>
        <p:spPr>
          <a:xfrm>
            <a:off x="6525014" y="3305207"/>
            <a:ext cx="4443984" cy="2562193"/>
          </a:xfrm>
          <a:prstGeom prst="rect">
            <a:avLst/>
          </a:prstGeom>
          <a:noFill/>
          <a:ln>
            <a:noFill/>
          </a:ln>
        </p:spPr>
        <p:txBody>
          <a:bodyPr spcFirstLastPara="1" wrap="square" lIns="91425" tIns="45700" rIns="91425" bIns="45700" anchor="t" anchorCtr="0">
            <a:normAutofit/>
          </a:bodyPr>
          <a:lstStyle>
            <a:lvl1pPr marL="457200" lvl="0" indent="-355600" algn="l">
              <a:lnSpc>
                <a:spcPct val="94000"/>
              </a:lnSpc>
              <a:spcBef>
                <a:spcPts val="1000"/>
              </a:spcBef>
              <a:spcAft>
                <a:spcPts val="0"/>
              </a:spcAft>
              <a:buClr>
                <a:schemeClr val="dk2"/>
              </a:buClr>
              <a:buSzPts val="2000"/>
              <a:buChar char="■"/>
              <a:defRPr>
                <a:solidFill>
                  <a:schemeClr val="dk2"/>
                </a:solidFill>
              </a:defRPr>
            </a:lvl1pPr>
            <a:lvl2pPr marL="914400" lvl="1" indent="-355600" algn="l">
              <a:lnSpc>
                <a:spcPct val="94000"/>
              </a:lnSpc>
              <a:spcBef>
                <a:spcPts val="500"/>
              </a:spcBef>
              <a:spcAft>
                <a:spcPts val="0"/>
              </a:spcAft>
              <a:buClr>
                <a:schemeClr val="dk2"/>
              </a:buClr>
              <a:buSzPts val="2000"/>
              <a:buChar char="–"/>
              <a:defRPr>
                <a:solidFill>
                  <a:schemeClr val="dk2"/>
                </a:solidFill>
              </a:defRPr>
            </a:lvl2pPr>
            <a:lvl3pPr marL="1371600" lvl="2" indent="-342900" algn="l">
              <a:lnSpc>
                <a:spcPct val="94000"/>
              </a:lnSpc>
              <a:spcBef>
                <a:spcPts val="500"/>
              </a:spcBef>
              <a:spcAft>
                <a:spcPts val="0"/>
              </a:spcAft>
              <a:buClr>
                <a:schemeClr val="dk2"/>
              </a:buClr>
              <a:buSzPts val="1800"/>
              <a:buChar char="■"/>
              <a:defRPr>
                <a:solidFill>
                  <a:schemeClr val="dk2"/>
                </a:solidFill>
              </a:defRPr>
            </a:lvl3pPr>
            <a:lvl4pPr marL="1828800" lvl="3" indent="-342900" algn="l">
              <a:lnSpc>
                <a:spcPct val="94000"/>
              </a:lnSpc>
              <a:spcBef>
                <a:spcPts val="500"/>
              </a:spcBef>
              <a:spcAft>
                <a:spcPts val="0"/>
              </a:spcAft>
              <a:buClr>
                <a:schemeClr val="dk2"/>
              </a:buClr>
              <a:buSzPts val="1800"/>
              <a:buChar char="–"/>
              <a:defRPr>
                <a:solidFill>
                  <a:schemeClr val="dk2"/>
                </a:solidFill>
              </a:defRPr>
            </a:lvl4pPr>
            <a:lvl5pPr marL="2286000" lvl="4" indent="-330200" algn="l">
              <a:lnSpc>
                <a:spcPct val="94000"/>
              </a:lnSpc>
              <a:spcBef>
                <a:spcPts val="500"/>
              </a:spcBef>
              <a:spcAft>
                <a:spcPts val="0"/>
              </a:spcAft>
              <a:buClr>
                <a:schemeClr val="dk2"/>
              </a:buClr>
              <a:buSzPts val="1600"/>
              <a:buChar char="■"/>
              <a:defRPr>
                <a:solidFill>
                  <a:schemeClr val="dk2"/>
                </a:solidFill>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64" name="Google Shape;64;p29"/>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9"/>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9"/>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30"/>
          <p:cNvSpPr txBox="1">
            <a:spLocks noGrp="1"/>
          </p:cNvSpPr>
          <p:nvPr>
            <p:ph type="title"/>
          </p:nvPr>
        </p:nvSpPr>
        <p:spPr>
          <a:xfrm>
            <a:off x="1371600" y="685800"/>
            <a:ext cx="9601200" cy="1485900"/>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30"/>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0"/>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0"/>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2"/>
        <p:cNvGrpSpPr/>
        <p:nvPr/>
      </p:nvGrpSpPr>
      <p:grpSpPr>
        <a:xfrm>
          <a:off x="0" y="0"/>
          <a:ext cx="0" cy="0"/>
          <a:chOff x="0" y="0"/>
          <a:chExt cx="0" cy="0"/>
        </a:xfrm>
      </p:grpSpPr>
      <p:sp>
        <p:nvSpPr>
          <p:cNvPr id="73" name="Google Shape;73;p31"/>
          <p:cNvSpPr/>
          <p:nvPr/>
        </p:nvSpPr>
        <p:spPr>
          <a:xfrm>
            <a:off x="0" y="376"/>
            <a:ext cx="5303520" cy="685762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1"/>
          <p:cNvSpPr txBox="1">
            <a:spLocks noGrp="1"/>
          </p:cNvSpPr>
          <p:nvPr>
            <p:ph type="title"/>
          </p:nvPr>
        </p:nvSpPr>
        <p:spPr>
          <a:xfrm>
            <a:off x="723900" y="685800"/>
            <a:ext cx="3855720" cy="2157884"/>
          </a:xfrm>
          <a:prstGeom prst="rect">
            <a:avLst/>
          </a:prstGeom>
          <a:noFill/>
          <a:ln>
            <a:noFill/>
          </a:ln>
        </p:spPr>
        <p:txBody>
          <a:bodyPr spcFirstLastPara="1" wrap="square" lIns="91425" tIns="45700" rIns="91425" bIns="45700" anchor="t" anchorCtr="0">
            <a:normAutofit/>
          </a:bodyPr>
          <a:lstStyle>
            <a:lvl1pPr lvl="0" algn="l">
              <a:lnSpc>
                <a:spcPct val="84000"/>
              </a:lnSpc>
              <a:spcBef>
                <a:spcPts val="0"/>
              </a:spcBef>
              <a:spcAft>
                <a:spcPts val="0"/>
              </a:spcAft>
              <a:buClr>
                <a:schemeClr val="dk2"/>
              </a:buClr>
              <a:buSzPts val="4800"/>
              <a:buFont typeface="Libre Franklin"/>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31"/>
          <p:cNvSpPr>
            <a:spLocks noGrp="1"/>
          </p:cNvSpPr>
          <p:nvPr>
            <p:ph type="pic" idx="2"/>
          </p:nvPr>
        </p:nvSpPr>
        <p:spPr>
          <a:xfrm>
            <a:off x="5532120" y="0"/>
            <a:ext cx="6659880" cy="6857999"/>
          </a:xfrm>
          <a:prstGeom prst="rect">
            <a:avLst/>
          </a:prstGeom>
          <a:noFill/>
          <a:ln>
            <a:noFill/>
          </a:ln>
        </p:spPr>
      </p:sp>
      <p:sp>
        <p:nvSpPr>
          <p:cNvPr id="76" name="Google Shape;76;p31"/>
          <p:cNvSpPr txBox="1">
            <a:spLocks noGrp="1"/>
          </p:cNvSpPr>
          <p:nvPr>
            <p:ph type="body" idx="1"/>
          </p:nvPr>
        </p:nvSpPr>
        <p:spPr>
          <a:xfrm>
            <a:off x="723900" y="2855968"/>
            <a:ext cx="3855720" cy="3011432"/>
          </a:xfrm>
          <a:prstGeom prst="rect">
            <a:avLst/>
          </a:prstGeom>
          <a:noFill/>
          <a:ln>
            <a:noFill/>
          </a:ln>
        </p:spPr>
        <p:txBody>
          <a:bodyPr spcFirstLastPara="1" wrap="square" lIns="91425" tIns="45700" rIns="91425" bIns="45700" anchor="t" anchorCtr="0">
            <a:normAutofit/>
          </a:bodyPr>
          <a:lstStyle>
            <a:lvl1pPr marL="457200" lvl="0" indent="-228600" algn="l">
              <a:lnSpc>
                <a:spcPct val="113000"/>
              </a:lnSpc>
              <a:spcBef>
                <a:spcPts val="0"/>
              </a:spcBef>
              <a:spcAft>
                <a:spcPts val="0"/>
              </a:spcAft>
              <a:buClr>
                <a:schemeClr val="dk2"/>
              </a:buClr>
              <a:buSzPts val="1600"/>
              <a:buNone/>
              <a:defRPr sz="1600"/>
            </a:lvl1pPr>
            <a:lvl2pPr marL="914400" lvl="1" indent="-228600" algn="l">
              <a:lnSpc>
                <a:spcPct val="94000"/>
              </a:lnSpc>
              <a:spcBef>
                <a:spcPts val="1500"/>
              </a:spcBef>
              <a:spcAft>
                <a:spcPts val="0"/>
              </a:spcAft>
              <a:buClr>
                <a:schemeClr val="dk2"/>
              </a:buClr>
              <a:buSzPts val="1400"/>
              <a:buNone/>
              <a:defRPr sz="1400"/>
            </a:lvl2pPr>
            <a:lvl3pPr marL="1371600" lvl="2" indent="-228600" algn="l">
              <a:lnSpc>
                <a:spcPct val="94000"/>
              </a:lnSpc>
              <a:spcBef>
                <a:spcPts val="500"/>
              </a:spcBef>
              <a:spcAft>
                <a:spcPts val="0"/>
              </a:spcAft>
              <a:buClr>
                <a:schemeClr val="dk2"/>
              </a:buClr>
              <a:buSzPts val="1200"/>
              <a:buNone/>
              <a:defRPr sz="1200"/>
            </a:lvl3pPr>
            <a:lvl4pPr marL="1828800" lvl="3" indent="-228600" algn="l">
              <a:lnSpc>
                <a:spcPct val="94000"/>
              </a:lnSpc>
              <a:spcBef>
                <a:spcPts val="500"/>
              </a:spcBef>
              <a:spcAft>
                <a:spcPts val="0"/>
              </a:spcAft>
              <a:buClr>
                <a:schemeClr val="dk2"/>
              </a:buClr>
              <a:buSzPts val="1000"/>
              <a:buNone/>
              <a:defRPr sz="1000"/>
            </a:lvl4pPr>
            <a:lvl5pPr marL="2286000" lvl="4" indent="-228600" algn="l">
              <a:lnSpc>
                <a:spcPct val="94000"/>
              </a:lnSpc>
              <a:spcBef>
                <a:spcPts val="500"/>
              </a:spcBef>
              <a:spcAft>
                <a:spcPts val="0"/>
              </a:spcAft>
              <a:buClr>
                <a:schemeClr val="dk2"/>
              </a:buClr>
              <a:buSzPts val="1000"/>
              <a:buNone/>
              <a:defRPr sz="1000"/>
            </a:lvl5pPr>
            <a:lvl6pPr marL="2743200" lvl="5" indent="-228600" algn="l">
              <a:lnSpc>
                <a:spcPct val="94000"/>
              </a:lnSpc>
              <a:spcBef>
                <a:spcPts val="500"/>
              </a:spcBef>
              <a:spcAft>
                <a:spcPts val="0"/>
              </a:spcAft>
              <a:buClr>
                <a:schemeClr val="dk2"/>
              </a:buClr>
              <a:buSzPts val="1000"/>
              <a:buNone/>
              <a:defRPr sz="1000"/>
            </a:lvl6pPr>
            <a:lvl7pPr marL="3200400" lvl="6" indent="-228600" algn="l">
              <a:lnSpc>
                <a:spcPct val="94000"/>
              </a:lnSpc>
              <a:spcBef>
                <a:spcPts val="500"/>
              </a:spcBef>
              <a:spcAft>
                <a:spcPts val="0"/>
              </a:spcAft>
              <a:buClr>
                <a:schemeClr val="dk2"/>
              </a:buClr>
              <a:buSzPts val="1000"/>
              <a:buNone/>
              <a:defRPr sz="1000"/>
            </a:lvl7pPr>
            <a:lvl8pPr marL="3657600" lvl="7" indent="-228600" algn="l">
              <a:lnSpc>
                <a:spcPct val="94000"/>
              </a:lnSpc>
              <a:spcBef>
                <a:spcPts val="500"/>
              </a:spcBef>
              <a:spcAft>
                <a:spcPts val="0"/>
              </a:spcAft>
              <a:buClr>
                <a:schemeClr val="dk2"/>
              </a:buClr>
              <a:buSzPts val="1000"/>
              <a:buNone/>
              <a:defRPr sz="1000"/>
            </a:lvl8pPr>
            <a:lvl9pPr marL="4114800" lvl="8" indent="-228600" algn="l">
              <a:lnSpc>
                <a:spcPct val="94000"/>
              </a:lnSpc>
              <a:spcBef>
                <a:spcPts val="500"/>
              </a:spcBef>
              <a:spcAft>
                <a:spcPts val="200"/>
              </a:spcAft>
              <a:buClr>
                <a:schemeClr val="dk2"/>
              </a:buClr>
              <a:buSzPts val="1000"/>
              <a:buNone/>
              <a:defRPr sz="1000"/>
            </a:lvl9pPr>
          </a:lstStyle>
          <a:p>
            <a:endParaRPr/>
          </a:p>
        </p:txBody>
      </p:sp>
      <p:sp>
        <p:nvSpPr>
          <p:cNvPr id="77" name="Google Shape;77;p31"/>
          <p:cNvSpPr txBox="1">
            <a:spLocks noGrp="1"/>
          </p:cNvSpPr>
          <p:nvPr>
            <p:ph type="dt" idx="10"/>
          </p:nvPr>
        </p:nvSpPr>
        <p:spPr>
          <a:xfrm>
            <a:off x="723900" y="6453386"/>
            <a:ext cx="1204572"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1"/>
          <p:cNvSpPr txBox="1">
            <a:spLocks noGrp="1"/>
          </p:cNvSpPr>
          <p:nvPr>
            <p:ph type="ftr" idx="11"/>
          </p:nvPr>
        </p:nvSpPr>
        <p:spPr>
          <a:xfrm>
            <a:off x="2205945" y="6453386"/>
            <a:ext cx="2373675"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1"/>
          <p:cNvSpPr txBox="1">
            <a:spLocks noGrp="1"/>
          </p:cNvSpPr>
          <p:nvPr>
            <p:ph type="sldNum" idx="12"/>
          </p:nvPr>
        </p:nvSpPr>
        <p:spPr>
          <a:xfrm>
            <a:off x="9883140" y="6453386"/>
            <a:ext cx="1596292"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2"/>
                </a:solidFill>
                <a:latin typeface="Libre Franklin"/>
                <a:ea typeface="Libre Franklin"/>
                <a:cs typeface="Libre Franklin"/>
                <a:sym typeface="Libre Franklin"/>
              </a:defRPr>
            </a:lvl1pPr>
            <a:lvl2pPr marL="0" lvl="1" indent="0" algn="r">
              <a:spcBef>
                <a:spcPts val="0"/>
              </a:spcBef>
              <a:buNone/>
              <a:defRPr sz="1200">
                <a:solidFill>
                  <a:schemeClr val="dk2"/>
                </a:solidFill>
                <a:latin typeface="Libre Franklin"/>
                <a:ea typeface="Libre Franklin"/>
                <a:cs typeface="Libre Franklin"/>
                <a:sym typeface="Libre Franklin"/>
              </a:defRPr>
            </a:lvl2pPr>
            <a:lvl3pPr marL="0" lvl="2" indent="0" algn="r">
              <a:spcBef>
                <a:spcPts val="0"/>
              </a:spcBef>
              <a:buNone/>
              <a:defRPr sz="1200">
                <a:solidFill>
                  <a:schemeClr val="dk2"/>
                </a:solidFill>
                <a:latin typeface="Libre Franklin"/>
                <a:ea typeface="Libre Franklin"/>
                <a:cs typeface="Libre Franklin"/>
                <a:sym typeface="Libre Franklin"/>
              </a:defRPr>
            </a:lvl3pPr>
            <a:lvl4pPr marL="0" lvl="3" indent="0" algn="r">
              <a:spcBef>
                <a:spcPts val="0"/>
              </a:spcBef>
              <a:buNone/>
              <a:defRPr sz="1200">
                <a:solidFill>
                  <a:schemeClr val="dk2"/>
                </a:solidFill>
                <a:latin typeface="Libre Franklin"/>
                <a:ea typeface="Libre Franklin"/>
                <a:cs typeface="Libre Franklin"/>
                <a:sym typeface="Libre Franklin"/>
              </a:defRPr>
            </a:lvl4pPr>
            <a:lvl5pPr marL="0" lvl="4" indent="0" algn="r">
              <a:spcBef>
                <a:spcPts val="0"/>
              </a:spcBef>
              <a:buNone/>
              <a:defRPr sz="1200">
                <a:solidFill>
                  <a:schemeClr val="dk2"/>
                </a:solidFill>
                <a:latin typeface="Libre Franklin"/>
                <a:ea typeface="Libre Franklin"/>
                <a:cs typeface="Libre Franklin"/>
                <a:sym typeface="Libre Franklin"/>
              </a:defRPr>
            </a:lvl5pPr>
            <a:lvl6pPr marL="0" lvl="5" indent="0" algn="r">
              <a:spcBef>
                <a:spcPts val="0"/>
              </a:spcBef>
              <a:buNone/>
              <a:defRPr sz="1200">
                <a:solidFill>
                  <a:schemeClr val="dk2"/>
                </a:solidFill>
                <a:latin typeface="Libre Franklin"/>
                <a:ea typeface="Libre Franklin"/>
                <a:cs typeface="Libre Franklin"/>
                <a:sym typeface="Libre Franklin"/>
              </a:defRPr>
            </a:lvl6pPr>
            <a:lvl7pPr marL="0" lvl="6" indent="0" algn="r">
              <a:spcBef>
                <a:spcPts val="0"/>
              </a:spcBef>
              <a:buNone/>
              <a:defRPr sz="1200">
                <a:solidFill>
                  <a:schemeClr val="dk2"/>
                </a:solidFill>
                <a:latin typeface="Libre Franklin"/>
                <a:ea typeface="Libre Franklin"/>
                <a:cs typeface="Libre Franklin"/>
                <a:sym typeface="Libre Franklin"/>
              </a:defRPr>
            </a:lvl7pPr>
            <a:lvl8pPr marL="0" lvl="7" indent="0" algn="r">
              <a:spcBef>
                <a:spcPts val="0"/>
              </a:spcBef>
              <a:buNone/>
              <a:defRPr sz="1200">
                <a:solidFill>
                  <a:schemeClr val="dk2"/>
                </a:solidFill>
                <a:latin typeface="Libre Franklin"/>
                <a:ea typeface="Libre Franklin"/>
                <a:cs typeface="Libre Franklin"/>
                <a:sym typeface="Libre Franklin"/>
              </a:defRPr>
            </a:lvl8pPr>
            <a:lvl9pPr marL="0" lvl="8" indent="0" algn="r">
              <a:spcBef>
                <a:spcPts val="0"/>
              </a:spcBef>
              <a:buNone/>
              <a:defRPr sz="1200">
                <a:solidFill>
                  <a:schemeClr val="dk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
        <p:nvSpPr>
          <p:cNvPr id="80" name="Google Shape;80;p31"/>
          <p:cNvSpPr/>
          <p:nvPr/>
        </p:nvSpPr>
        <p:spPr>
          <a:xfrm>
            <a:off x="5303520" y="376"/>
            <a:ext cx="228600" cy="6858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32"/>
          <p:cNvSpPr txBox="1">
            <a:spLocks noGrp="1"/>
          </p:cNvSpPr>
          <p:nvPr>
            <p:ph type="title"/>
          </p:nvPr>
        </p:nvSpPr>
        <p:spPr>
          <a:xfrm>
            <a:off x="1371600" y="685800"/>
            <a:ext cx="9601200" cy="1485900"/>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32"/>
          <p:cNvSpPr txBox="1">
            <a:spLocks noGrp="1"/>
          </p:cNvSpPr>
          <p:nvPr>
            <p:ph type="body" idx="1"/>
          </p:nvPr>
        </p:nvSpPr>
        <p:spPr>
          <a:xfrm rot="5400000">
            <a:off x="4386263" y="-719137"/>
            <a:ext cx="3571875" cy="9601200"/>
          </a:xfrm>
          <a:prstGeom prst="rect">
            <a:avLst/>
          </a:prstGeom>
          <a:noFill/>
          <a:ln>
            <a:noFill/>
          </a:ln>
        </p:spPr>
        <p:txBody>
          <a:bodyPr spcFirstLastPara="1" wrap="square" lIns="91425" tIns="45700" rIns="91425" bIns="45700" anchor="t" anchorCtr="0">
            <a:normAutofit/>
          </a:bodyPr>
          <a:lstStyle>
            <a:lvl1pPr marL="457200" lvl="0" indent="-342900" algn="l">
              <a:lnSpc>
                <a:spcPct val="94000"/>
              </a:lnSpc>
              <a:spcBef>
                <a:spcPts val="1000"/>
              </a:spcBef>
              <a:spcAft>
                <a:spcPts val="0"/>
              </a:spcAft>
              <a:buClr>
                <a:schemeClr val="dk2"/>
              </a:buClr>
              <a:buSzPts val="1800"/>
              <a:buChar char="■"/>
              <a:defRPr/>
            </a:lvl1pPr>
            <a:lvl2pPr marL="914400" lvl="1" indent="-342900" algn="l">
              <a:lnSpc>
                <a:spcPct val="94000"/>
              </a:lnSpc>
              <a:spcBef>
                <a:spcPts val="500"/>
              </a:spcBef>
              <a:spcAft>
                <a:spcPts val="0"/>
              </a:spcAft>
              <a:buClr>
                <a:schemeClr val="dk2"/>
              </a:buClr>
              <a:buSzPts val="1800"/>
              <a:buChar char="–"/>
              <a:defRPr/>
            </a:lvl2pPr>
            <a:lvl3pPr marL="1371600" lvl="2" indent="-342900" algn="l">
              <a:lnSpc>
                <a:spcPct val="94000"/>
              </a:lnSpc>
              <a:spcBef>
                <a:spcPts val="500"/>
              </a:spcBef>
              <a:spcAft>
                <a:spcPts val="0"/>
              </a:spcAft>
              <a:buClr>
                <a:schemeClr val="dk2"/>
              </a:buClr>
              <a:buSzPts val="1800"/>
              <a:buChar char="■"/>
              <a:defRPr/>
            </a:lvl3pPr>
            <a:lvl4pPr marL="1828800" lvl="3" indent="-342900" algn="l">
              <a:lnSpc>
                <a:spcPct val="94000"/>
              </a:lnSpc>
              <a:spcBef>
                <a:spcPts val="500"/>
              </a:spcBef>
              <a:spcAft>
                <a:spcPts val="0"/>
              </a:spcAft>
              <a:buClr>
                <a:schemeClr val="dk2"/>
              </a:buClr>
              <a:buSzPts val="1800"/>
              <a:buChar char="–"/>
              <a:defRPr/>
            </a:lvl4pPr>
            <a:lvl5pPr marL="2286000" lvl="4" indent="-342900" algn="l">
              <a:lnSpc>
                <a:spcPct val="94000"/>
              </a:lnSpc>
              <a:spcBef>
                <a:spcPts val="500"/>
              </a:spcBef>
              <a:spcAft>
                <a:spcPts val="0"/>
              </a:spcAft>
              <a:buClr>
                <a:schemeClr val="dk2"/>
              </a:buClr>
              <a:buSzPts val="1800"/>
              <a:buChar char="■"/>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84" name="Google Shape;84;p32"/>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32"/>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32"/>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7"/>
        <p:cNvGrpSpPr/>
        <p:nvPr/>
      </p:nvGrpSpPr>
      <p:grpSpPr>
        <a:xfrm>
          <a:off x="0" y="0"/>
          <a:ext cx="0" cy="0"/>
          <a:chOff x="0" y="0"/>
          <a:chExt cx="0" cy="0"/>
        </a:xfrm>
      </p:grpSpPr>
      <p:sp>
        <p:nvSpPr>
          <p:cNvPr id="88" name="Google Shape;88;p33"/>
          <p:cNvSpPr txBox="1">
            <a:spLocks noGrp="1"/>
          </p:cNvSpPr>
          <p:nvPr>
            <p:ph type="title"/>
          </p:nvPr>
        </p:nvSpPr>
        <p:spPr>
          <a:xfrm rot="5400000">
            <a:off x="7757822" y="2462895"/>
            <a:ext cx="5243244" cy="1565766"/>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33"/>
          <p:cNvSpPr txBox="1">
            <a:spLocks noGrp="1"/>
          </p:cNvSpPr>
          <p:nvPr>
            <p:ph type="body" idx="1"/>
          </p:nvPr>
        </p:nvSpPr>
        <p:spPr>
          <a:xfrm rot="5400000">
            <a:off x="2839799" y="-844042"/>
            <a:ext cx="5243244" cy="8179641"/>
          </a:xfrm>
          <a:prstGeom prst="rect">
            <a:avLst/>
          </a:prstGeom>
          <a:noFill/>
          <a:ln>
            <a:noFill/>
          </a:ln>
        </p:spPr>
        <p:txBody>
          <a:bodyPr spcFirstLastPara="1" wrap="square" lIns="91425" tIns="45700" rIns="91425" bIns="45700" anchor="t" anchorCtr="0">
            <a:normAutofit/>
          </a:bodyPr>
          <a:lstStyle>
            <a:lvl1pPr marL="457200" lvl="0" indent="-342900" algn="l">
              <a:lnSpc>
                <a:spcPct val="94000"/>
              </a:lnSpc>
              <a:spcBef>
                <a:spcPts val="1000"/>
              </a:spcBef>
              <a:spcAft>
                <a:spcPts val="0"/>
              </a:spcAft>
              <a:buClr>
                <a:schemeClr val="dk2"/>
              </a:buClr>
              <a:buSzPts val="1800"/>
              <a:buChar char="■"/>
              <a:defRPr/>
            </a:lvl1pPr>
            <a:lvl2pPr marL="914400" lvl="1" indent="-342900" algn="l">
              <a:lnSpc>
                <a:spcPct val="94000"/>
              </a:lnSpc>
              <a:spcBef>
                <a:spcPts val="500"/>
              </a:spcBef>
              <a:spcAft>
                <a:spcPts val="0"/>
              </a:spcAft>
              <a:buClr>
                <a:schemeClr val="dk2"/>
              </a:buClr>
              <a:buSzPts val="1800"/>
              <a:buChar char="–"/>
              <a:defRPr/>
            </a:lvl2pPr>
            <a:lvl3pPr marL="1371600" lvl="2" indent="-342900" algn="l">
              <a:lnSpc>
                <a:spcPct val="94000"/>
              </a:lnSpc>
              <a:spcBef>
                <a:spcPts val="500"/>
              </a:spcBef>
              <a:spcAft>
                <a:spcPts val="0"/>
              </a:spcAft>
              <a:buClr>
                <a:schemeClr val="dk2"/>
              </a:buClr>
              <a:buSzPts val="1800"/>
              <a:buChar char="■"/>
              <a:defRPr/>
            </a:lvl3pPr>
            <a:lvl4pPr marL="1828800" lvl="3" indent="-342900" algn="l">
              <a:lnSpc>
                <a:spcPct val="94000"/>
              </a:lnSpc>
              <a:spcBef>
                <a:spcPts val="500"/>
              </a:spcBef>
              <a:spcAft>
                <a:spcPts val="0"/>
              </a:spcAft>
              <a:buClr>
                <a:schemeClr val="dk2"/>
              </a:buClr>
              <a:buSzPts val="1800"/>
              <a:buChar char="–"/>
              <a:defRPr/>
            </a:lvl4pPr>
            <a:lvl5pPr marL="2286000" lvl="4" indent="-342900" algn="l">
              <a:lnSpc>
                <a:spcPct val="94000"/>
              </a:lnSpc>
              <a:spcBef>
                <a:spcPts val="500"/>
              </a:spcBef>
              <a:spcAft>
                <a:spcPts val="0"/>
              </a:spcAft>
              <a:buClr>
                <a:schemeClr val="dk2"/>
              </a:buClr>
              <a:buSzPts val="1800"/>
              <a:buChar char="■"/>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90" name="Google Shape;90;p33"/>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33"/>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33"/>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dk2"/>
        </a:solidFill>
        <a:effectLst/>
      </p:bgPr>
    </p:bg>
    <p:spTree>
      <p:nvGrpSpPr>
        <p:cNvPr id="1" name="Shape 100"/>
        <p:cNvGrpSpPr/>
        <p:nvPr/>
      </p:nvGrpSpPr>
      <p:grpSpPr>
        <a:xfrm>
          <a:off x="0" y="0"/>
          <a:ext cx="0" cy="0"/>
          <a:chOff x="0" y="0"/>
          <a:chExt cx="0" cy="0"/>
        </a:xfrm>
      </p:grpSpPr>
      <p:sp>
        <p:nvSpPr>
          <p:cNvPr id="101" name="Google Shape;101;p25"/>
          <p:cNvSpPr txBox="1">
            <a:spLocks noGrp="1"/>
          </p:cNvSpPr>
          <p:nvPr>
            <p:ph type="title"/>
          </p:nvPr>
        </p:nvSpPr>
        <p:spPr>
          <a:xfrm>
            <a:off x="765025" y="1301360"/>
            <a:ext cx="9612971" cy="2852737"/>
          </a:xfrm>
          <a:prstGeom prst="rect">
            <a:avLst/>
          </a:prstGeom>
          <a:noFill/>
          <a:ln>
            <a:noFill/>
          </a:ln>
        </p:spPr>
        <p:txBody>
          <a:bodyPr spcFirstLastPara="1" wrap="square" lIns="91425" tIns="45700" rIns="91425" bIns="45700" anchor="b" anchorCtr="0">
            <a:normAutofit/>
          </a:bodyPr>
          <a:lstStyle>
            <a:lvl1pPr lvl="0" algn="r">
              <a:lnSpc>
                <a:spcPct val="89000"/>
              </a:lnSpc>
              <a:spcBef>
                <a:spcPts val="0"/>
              </a:spcBef>
              <a:spcAft>
                <a:spcPts val="0"/>
              </a:spcAft>
              <a:buClr>
                <a:schemeClr val="lt2"/>
              </a:buClr>
              <a:buSzPts val="7200"/>
              <a:buFont typeface="Libre Franklin"/>
              <a:buNone/>
              <a:defRPr sz="7200" cap="none">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25"/>
          <p:cNvSpPr txBox="1">
            <a:spLocks noGrp="1"/>
          </p:cNvSpPr>
          <p:nvPr>
            <p:ph type="body" idx="1"/>
          </p:nvPr>
        </p:nvSpPr>
        <p:spPr>
          <a:xfrm>
            <a:off x="765025" y="4216328"/>
            <a:ext cx="9612971" cy="1143324"/>
          </a:xfrm>
          <a:prstGeom prst="rect">
            <a:avLst/>
          </a:prstGeom>
          <a:noFill/>
          <a:ln>
            <a:noFill/>
          </a:ln>
        </p:spPr>
        <p:txBody>
          <a:bodyPr spcFirstLastPara="1" wrap="square" lIns="91425" tIns="45700" rIns="91425" bIns="45700" anchor="t" anchorCtr="0">
            <a:normAutofit/>
          </a:bodyPr>
          <a:lstStyle>
            <a:lvl1pPr marL="457200" lvl="0" indent="-228600" algn="r">
              <a:lnSpc>
                <a:spcPct val="112000"/>
              </a:lnSpc>
              <a:spcBef>
                <a:spcPts val="0"/>
              </a:spcBef>
              <a:spcAft>
                <a:spcPts val="0"/>
              </a:spcAft>
              <a:buClr>
                <a:schemeClr val="lt2"/>
              </a:buClr>
              <a:buSzPts val="2400"/>
              <a:buNone/>
              <a:defRPr sz="2400">
                <a:solidFill>
                  <a:schemeClr val="lt2"/>
                </a:solidFill>
              </a:defRPr>
            </a:lvl1pPr>
            <a:lvl2pPr marL="914400" lvl="1" indent="-228600" algn="l">
              <a:lnSpc>
                <a:spcPct val="94000"/>
              </a:lnSpc>
              <a:spcBef>
                <a:spcPts val="500"/>
              </a:spcBef>
              <a:spcAft>
                <a:spcPts val="0"/>
              </a:spcAft>
              <a:buClr>
                <a:schemeClr val="lt1"/>
              </a:buClr>
              <a:buSzPts val="2000"/>
              <a:buNone/>
              <a:defRPr sz="2000">
                <a:solidFill>
                  <a:schemeClr val="lt1"/>
                </a:solidFill>
              </a:defRPr>
            </a:lvl2pPr>
            <a:lvl3pPr marL="1371600" lvl="2" indent="-228600" algn="l">
              <a:lnSpc>
                <a:spcPct val="94000"/>
              </a:lnSpc>
              <a:spcBef>
                <a:spcPts val="500"/>
              </a:spcBef>
              <a:spcAft>
                <a:spcPts val="0"/>
              </a:spcAft>
              <a:buClr>
                <a:schemeClr val="lt1"/>
              </a:buClr>
              <a:buSzPts val="1800"/>
              <a:buNone/>
              <a:defRPr sz="1800">
                <a:solidFill>
                  <a:schemeClr val="lt1"/>
                </a:solidFill>
              </a:defRPr>
            </a:lvl3pPr>
            <a:lvl4pPr marL="1828800" lvl="3" indent="-228600" algn="l">
              <a:lnSpc>
                <a:spcPct val="94000"/>
              </a:lnSpc>
              <a:spcBef>
                <a:spcPts val="500"/>
              </a:spcBef>
              <a:spcAft>
                <a:spcPts val="0"/>
              </a:spcAft>
              <a:buClr>
                <a:schemeClr val="lt1"/>
              </a:buClr>
              <a:buSzPts val="1600"/>
              <a:buNone/>
              <a:defRPr sz="1600">
                <a:solidFill>
                  <a:schemeClr val="lt1"/>
                </a:solidFill>
              </a:defRPr>
            </a:lvl4pPr>
            <a:lvl5pPr marL="2286000" lvl="4" indent="-228600" algn="l">
              <a:lnSpc>
                <a:spcPct val="94000"/>
              </a:lnSpc>
              <a:spcBef>
                <a:spcPts val="500"/>
              </a:spcBef>
              <a:spcAft>
                <a:spcPts val="0"/>
              </a:spcAft>
              <a:buClr>
                <a:schemeClr val="lt1"/>
              </a:buClr>
              <a:buSzPts val="1600"/>
              <a:buNone/>
              <a:defRPr sz="1600">
                <a:solidFill>
                  <a:schemeClr val="lt1"/>
                </a:solidFill>
              </a:defRPr>
            </a:lvl5pPr>
            <a:lvl6pPr marL="2743200" lvl="5" indent="-228600" algn="l">
              <a:lnSpc>
                <a:spcPct val="94000"/>
              </a:lnSpc>
              <a:spcBef>
                <a:spcPts val="500"/>
              </a:spcBef>
              <a:spcAft>
                <a:spcPts val="0"/>
              </a:spcAft>
              <a:buClr>
                <a:schemeClr val="lt1"/>
              </a:buClr>
              <a:buSzPts val="1600"/>
              <a:buNone/>
              <a:defRPr sz="1600">
                <a:solidFill>
                  <a:schemeClr val="lt1"/>
                </a:solidFill>
              </a:defRPr>
            </a:lvl6pPr>
            <a:lvl7pPr marL="3200400" lvl="6" indent="-228600" algn="l">
              <a:lnSpc>
                <a:spcPct val="94000"/>
              </a:lnSpc>
              <a:spcBef>
                <a:spcPts val="500"/>
              </a:spcBef>
              <a:spcAft>
                <a:spcPts val="0"/>
              </a:spcAft>
              <a:buClr>
                <a:schemeClr val="lt1"/>
              </a:buClr>
              <a:buSzPts val="1600"/>
              <a:buNone/>
              <a:defRPr sz="1600">
                <a:solidFill>
                  <a:schemeClr val="lt1"/>
                </a:solidFill>
              </a:defRPr>
            </a:lvl7pPr>
            <a:lvl8pPr marL="3657600" lvl="7" indent="-228600" algn="l">
              <a:lnSpc>
                <a:spcPct val="94000"/>
              </a:lnSpc>
              <a:spcBef>
                <a:spcPts val="500"/>
              </a:spcBef>
              <a:spcAft>
                <a:spcPts val="0"/>
              </a:spcAft>
              <a:buClr>
                <a:schemeClr val="lt1"/>
              </a:buClr>
              <a:buSzPts val="1600"/>
              <a:buNone/>
              <a:defRPr sz="1600">
                <a:solidFill>
                  <a:schemeClr val="lt1"/>
                </a:solidFill>
              </a:defRPr>
            </a:lvl8pPr>
            <a:lvl9pPr marL="4114800" lvl="8" indent="-228600" algn="l">
              <a:lnSpc>
                <a:spcPct val="94000"/>
              </a:lnSpc>
              <a:spcBef>
                <a:spcPts val="500"/>
              </a:spcBef>
              <a:spcAft>
                <a:spcPts val="200"/>
              </a:spcAft>
              <a:buClr>
                <a:schemeClr val="lt1"/>
              </a:buClr>
              <a:buSzPts val="1600"/>
              <a:buNone/>
              <a:defRPr sz="1600">
                <a:solidFill>
                  <a:schemeClr val="lt1"/>
                </a:solidFill>
              </a:defRPr>
            </a:lvl9pPr>
          </a:lstStyle>
          <a:p>
            <a:endParaRPr/>
          </a:p>
        </p:txBody>
      </p:sp>
      <p:sp>
        <p:nvSpPr>
          <p:cNvPr id="103" name="Google Shape;103;p25"/>
          <p:cNvSpPr txBox="1">
            <a:spLocks noGrp="1"/>
          </p:cNvSpPr>
          <p:nvPr>
            <p:ph type="dt" idx="10"/>
          </p:nvPr>
        </p:nvSpPr>
        <p:spPr>
          <a:xfrm>
            <a:off x="738908" y="6453386"/>
            <a:ext cx="1622409"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25"/>
          <p:cNvSpPr txBox="1">
            <a:spLocks noGrp="1"/>
          </p:cNvSpPr>
          <p:nvPr>
            <p:ph type="ftr" idx="11"/>
          </p:nvPr>
        </p:nvSpPr>
        <p:spPr>
          <a:xfrm>
            <a:off x="2584312" y="6453386"/>
            <a:ext cx="7023377" cy="40461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25"/>
          <p:cNvSpPr txBox="1">
            <a:spLocks noGrp="1"/>
          </p:cNvSpPr>
          <p:nvPr>
            <p:ph type="sldNum" idx="12"/>
          </p:nvPr>
        </p:nvSpPr>
        <p:spPr>
          <a:xfrm>
            <a:off x="9830683" y="6453386"/>
            <a:ext cx="1596292"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2"/>
                </a:solidFill>
                <a:latin typeface="Libre Franklin"/>
                <a:ea typeface="Libre Franklin"/>
                <a:cs typeface="Libre Franklin"/>
                <a:sym typeface="Libre Franklin"/>
              </a:defRPr>
            </a:lvl1pPr>
            <a:lvl2pPr marL="0" lvl="1" indent="0" algn="r">
              <a:spcBef>
                <a:spcPts val="0"/>
              </a:spcBef>
              <a:buNone/>
              <a:defRPr sz="1200">
                <a:solidFill>
                  <a:schemeClr val="lt2"/>
                </a:solidFill>
                <a:latin typeface="Libre Franklin"/>
                <a:ea typeface="Libre Franklin"/>
                <a:cs typeface="Libre Franklin"/>
                <a:sym typeface="Libre Franklin"/>
              </a:defRPr>
            </a:lvl2pPr>
            <a:lvl3pPr marL="0" lvl="2" indent="0" algn="r">
              <a:spcBef>
                <a:spcPts val="0"/>
              </a:spcBef>
              <a:buNone/>
              <a:defRPr sz="1200">
                <a:solidFill>
                  <a:schemeClr val="lt2"/>
                </a:solidFill>
                <a:latin typeface="Libre Franklin"/>
                <a:ea typeface="Libre Franklin"/>
                <a:cs typeface="Libre Franklin"/>
                <a:sym typeface="Libre Franklin"/>
              </a:defRPr>
            </a:lvl3pPr>
            <a:lvl4pPr marL="0" lvl="3" indent="0" algn="r">
              <a:spcBef>
                <a:spcPts val="0"/>
              </a:spcBef>
              <a:buNone/>
              <a:defRPr sz="1200">
                <a:solidFill>
                  <a:schemeClr val="lt2"/>
                </a:solidFill>
                <a:latin typeface="Libre Franklin"/>
                <a:ea typeface="Libre Franklin"/>
                <a:cs typeface="Libre Franklin"/>
                <a:sym typeface="Libre Franklin"/>
              </a:defRPr>
            </a:lvl4pPr>
            <a:lvl5pPr marL="0" lvl="4" indent="0" algn="r">
              <a:spcBef>
                <a:spcPts val="0"/>
              </a:spcBef>
              <a:buNone/>
              <a:defRPr sz="1200">
                <a:solidFill>
                  <a:schemeClr val="lt2"/>
                </a:solidFill>
                <a:latin typeface="Libre Franklin"/>
                <a:ea typeface="Libre Franklin"/>
                <a:cs typeface="Libre Franklin"/>
                <a:sym typeface="Libre Franklin"/>
              </a:defRPr>
            </a:lvl5pPr>
            <a:lvl6pPr marL="0" lvl="5" indent="0" algn="r">
              <a:spcBef>
                <a:spcPts val="0"/>
              </a:spcBef>
              <a:buNone/>
              <a:defRPr sz="1200">
                <a:solidFill>
                  <a:schemeClr val="lt2"/>
                </a:solidFill>
                <a:latin typeface="Libre Franklin"/>
                <a:ea typeface="Libre Franklin"/>
                <a:cs typeface="Libre Franklin"/>
                <a:sym typeface="Libre Franklin"/>
              </a:defRPr>
            </a:lvl6pPr>
            <a:lvl7pPr marL="0" lvl="6" indent="0" algn="r">
              <a:spcBef>
                <a:spcPts val="0"/>
              </a:spcBef>
              <a:buNone/>
              <a:defRPr sz="1200">
                <a:solidFill>
                  <a:schemeClr val="lt2"/>
                </a:solidFill>
                <a:latin typeface="Libre Franklin"/>
                <a:ea typeface="Libre Franklin"/>
                <a:cs typeface="Libre Franklin"/>
                <a:sym typeface="Libre Franklin"/>
              </a:defRPr>
            </a:lvl7pPr>
            <a:lvl8pPr marL="0" lvl="7" indent="0" algn="r">
              <a:spcBef>
                <a:spcPts val="0"/>
              </a:spcBef>
              <a:buNone/>
              <a:defRPr sz="1200">
                <a:solidFill>
                  <a:schemeClr val="lt2"/>
                </a:solidFill>
                <a:latin typeface="Libre Franklin"/>
                <a:ea typeface="Libre Franklin"/>
                <a:cs typeface="Libre Franklin"/>
                <a:sym typeface="Libre Franklin"/>
              </a:defRPr>
            </a:lvl8pPr>
            <a:lvl9pPr marL="0" lvl="8" indent="0" algn="r">
              <a:spcBef>
                <a:spcPts val="0"/>
              </a:spcBef>
              <a:buNone/>
              <a:defRPr sz="1200">
                <a:solidFill>
                  <a:schemeClr val="lt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
        <p:nvSpPr>
          <p:cNvPr id="106" name="Google Shape;106;p25"/>
          <p:cNvSpPr/>
          <p:nvPr/>
        </p:nvSpPr>
        <p:spPr>
          <a:xfrm>
            <a:off x="8151962" y="1685652"/>
            <a:ext cx="3275013" cy="4408488"/>
          </a:xfrm>
          <a:custGeom>
            <a:avLst/>
            <a:gdLst/>
            <a:ahLst/>
            <a:cxnLst/>
            <a:rect l="l" t="t" r="r" b="b"/>
            <a:pathLst>
              <a:path w="4125" h="5554" extrusionOk="0">
                <a:moveTo>
                  <a:pt x="3614" y="0"/>
                </a:moveTo>
                <a:lnTo>
                  <a:pt x="4125" y="0"/>
                </a:lnTo>
                <a:lnTo>
                  <a:pt x="4125" y="5554"/>
                </a:lnTo>
                <a:lnTo>
                  <a:pt x="0" y="5554"/>
                </a:lnTo>
                <a:lnTo>
                  <a:pt x="0" y="5074"/>
                </a:lnTo>
                <a:lnTo>
                  <a:pt x="3614" y="5074"/>
                </a:lnTo>
                <a:lnTo>
                  <a:pt x="3614" y="0"/>
                </a:lnTo>
                <a:close/>
              </a:path>
            </a:pathLst>
          </a:custGeom>
          <a:solidFill>
            <a:schemeClr val="lt2"/>
          </a:solidFill>
          <a:ln>
            <a:noFill/>
          </a:ln>
        </p:spPr>
      </p:sp>
    </p:spTree>
  </p:cSld>
  <p:clrMapOvr>
    <a:masterClrMapping/>
  </p:clrMapOvr>
  <p:transition spd="slow">
    <p:push/>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
        <p:cNvGrpSpPr/>
        <p:nvPr/>
      </p:nvGrpSpPr>
      <p:grpSpPr>
        <a:xfrm>
          <a:off x="0" y="0"/>
          <a:ext cx="0" cy="0"/>
          <a:chOff x="0" y="0"/>
          <a:chExt cx="0" cy="0"/>
        </a:xfrm>
      </p:grpSpPr>
      <p:sp>
        <p:nvSpPr>
          <p:cNvPr id="10" name="Google Shape;10;p20"/>
          <p:cNvSpPr txBox="1">
            <a:spLocks noGrp="1"/>
          </p:cNvSpPr>
          <p:nvPr>
            <p:ph type="title"/>
          </p:nvPr>
        </p:nvSpPr>
        <p:spPr>
          <a:xfrm>
            <a:off x="1371600" y="685800"/>
            <a:ext cx="9601200" cy="1485900"/>
          </a:xfrm>
          <a:prstGeom prst="rect">
            <a:avLst/>
          </a:prstGeom>
          <a:noFill/>
          <a:ln>
            <a:noFill/>
          </a:ln>
        </p:spPr>
        <p:txBody>
          <a:bodyPr spcFirstLastPara="1" wrap="square" lIns="91425" tIns="45700" rIns="91425" bIns="45700" anchor="t" anchorCtr="0">
            <a:normAutofit/>
          </a:bodyPr>
          <a:lstStyle>
            <a:lvl1pPr marR="0" lvl="0" algn="l" rtl="0">
              <a:lnSpc>
                <a:spcPct val="89000"/>
              </a:lnSpc>
              <a:spcBef>
                <a:spcPts val="0"/>
              </a:spcBef>
              <a:spcAft>
                <a:spcPts val="0"/>
              </a:spcAft>
              <a:buClr>
                <a:schemeClr val="dk2"/>
              </a:buClr>
              <a:buSzPts val="4400"/>
              <a:buFont typeface="Libre Franklin"/>
              <a:buNone/>
              <a:defRPr sz="4400" b="0" i="0" u="none" strike="noStrike" cap="none">
                <a:solidFill>
                  <a:schemeClr val="dk2"/>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0"/>
          <p:cNvSpPr txBox="1">
            <a:spLocks noGrp="1"/>
          </p:cNvSpPr>
          <p:nvPr>
            <p:ph type="body" idx="1"/>
          </p:nvPr>
        </p:nvSpPr>
        <p:spPr>
          <a:xfrm>
            <a:off x="1371600" y="2286000"/>
            <a:ext cx="9601200" cy="3581400"/>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94000"/>
              </a:lnSpc>
              <a:spcBef>
                <a:spcPts val="1000"/>
              </a:spcBef>
              <a:spcAft>
                <a:spcPts val="0"/>
              </a:spcAft>
              <a:buClr>
                <a:schemeClr val="dk2"/>
              </a:buClr>
              <a:buSzPts val="2000"/>
              <a:buFont typeface="Libre Franklin"/>
              <a:buChar char="■"/>
              <a:defRPr sz="2000" b="0" i="0" u="none" strike="noStrike" cap="none">
                <a:solidFill>
                  <a:schemeClr val="dk2"/>
                </a:solidFill>
                <a:latin typeface="Libre Franklin"/>
                <a:ea typeface="Libre Franklin"/>
                <a:cs typeface="Libre Franklin"/>
                <a:sym typeface="Libre Franklin"/>
              </a:defRPr>
            </a:lvl1pPr>
            <a:lvl2pPr marL="914400" marR="0" lvl="1" indent="-355600" algn="l" rtl="0">
              <a:lnSpc>
                <a:spcPct val="94000"/>
              </a:lnSpc>
              <a:spcBef>
                <a:spcPts val="500"/>
              </a:spcBef>
              <a:spcAft>
                <a:spcPts val="0"/>
              </a:spcAft>
              <a:buClr>
                <a:schemeClr val="dk2"/>
              </a:buClr>
              <a:buSzPts val="2000"/>
              <a:buFont typeface="Libre Franklin"/>
              <a:buChar char="–"/>
              <a:defRPr sz="2000" b="0" i="1" u="none" strike="noStrike" cap="none">
                <a:solidFill>
                  <a:schemeClr val="dk2"/>
                </a:solidFill>
                <a:latin typeface="Libre Franklin"/>
                <a:ea typeface="Libre Franklin"/>
                <a:cs typeface="Libre Franklin"/>
                <a:sym typeface="Libre Franklin"/>
              </a:defRPr>
            </a:lvl2pPr>
            <a:lvl3pPr marL="1371600" marR="0" lvl="2" indent="-342900" algn="l" rtl="0">
              <a:lnSpc>
                <a:spcPct val="94000"/>
              </a:lnSpc>
              <a:spcBef>
                <a:spcPts val="500"/>
              </a:spcBef>
              <a:spcAft>
                <a:spcPts val="0"/>
              </a:spcAft>
              <a:buClr>
                <a:schemeClr val="dk2"/>
              </a:buClr>
              <a:buSzPts val="1800"/>
              <a:buFont typeface="Libre Franklin"/>
              <a:buChar char="■"/>
              <a:defRPr sz="1800" b="0" i="0" u="none" strike="noStrike" cap="none">
                <a:solidFill>
                  <a:schemeClr val="dk2"/>
                </a:solidFill>
                <a:latin typeface="Libre Franklin"/>
                <a:ea typeface="Libre Franklin"/>
                <a:cs typeface="Libre Franklin"/>
                <a:sym typeface="Libre Franklin"/>
              </a:defRPr>
            </a:lvl3pPr>
            <a:lvl4pPr marL="1828800" marR="0" lvl="3" indent="-342900" algn="l" rtl="0">
              <a:lnSpc>
                <a:spcPct val="94000"/>
              </a:lnSpc>
              <a:spcBef>
                <a:spcPts val="500"/>
              </a:spcBef>
              <a:spcAft>
                <a:spcPts val="0"/>
              </a:spcAft>
              <a:buClr>
                <a:schemeClr val="dk2"/>
              </a:buClr>
              <a:buSzPts val="1800"/>
              <a:buFont typeface="Libre Franklin"/>
              <a:buChar char="–"/>
              <a:defRPr sz="1800" b="0" i="1" u="none" strike="noStrike" cap="none">
                <a:solidFill>
                  <a:schemeClr val="dk2"/>
                </a:solidFill>
                <a:latin typeface="Libre Franklin"/>
                <a:ea typeface="Libre Franklin"/>
                <a:cs typeface="Libre Franklin"/>
                <a:sym typeface="Libre Franklin"/>
              </a:defRPr>
            </a:lvl4pPr>
            <a:lvl5pPr marL="2286000" marR="0" lvl="4" indent="-330200" algn="l" rtl="0">
              <a:lnSpc>
                <a:spcPct val="94000"/>
              </a:lnSpc>
              <a:spcBef>
                <a:spcPts val="500"/>
              </a:spcBef>
              <a:spcAft>
                <a:spcPts val="0"/>
              </a:spcAft>
              <a:buClr>
                <a:schemeClr val="dk2"/>
              </a:buClr>
              <a:buSzPts val="1600"/>
              <a:buFont typeface="Libre Franklin"/>
              <a:buChar char="■"/>
              <a:defRPr sz="1600" b="0" i="0" u="none" strike="noStrike" cap="none">
                <a:solidFill>
                  <a:schemeClr val="dk2"/>
                </a:solidFill>
                <a:latin typeface="Libre Franklin"/>
                <a:ea typeface="Libre Franklin"/>
                <a:cs typeface="Libre Franklin"/>
                <a:sym typeface="Libre Franklin"/>
              </a:defRPr>
            </a:lvl5pPr>
            <a:lvl6pPr marL="2743200" marR="0" lvl="5" indent="-330200" algn="l" rtl="0">
              <a:lnSpc>
                <a:spcPct val="94000"/>
              </a:lnSpc>
              <a:spcBef>
                <a:spcPts val="500"/>
              </a:spcBef>
              <a:spcAft>
                <a:spcPts val="0"/>
              </a:spcAft>
              <a:buClr>
                <a:schemeClr val="dk2"/>
              </a:buClr>
              <a:buSzPts val="1600"/>
              <a:buFont typeface="Libre Franklin"/>
              <a:buChar char="–"/>
              <a:defRPr sz="1600" b="0" i="1" u="none" strike="noStrike" cap="none">
                <a:solidFill>
                  <a:schemeClr val="dk2"/>
                </a:solidFill>
                <a:latin typeface="Libre Franklin"/>
                <a:ea typeface="Libre Franklin"/>
                <a:cs typeface="Libre Franklin"/>
                <a:sym typeface="Libre Franklin"/>
              </a:defRPr>
            </a:lvl6pPr>
            <a:lvl7pPr marL="3200400" marR="0" lvl="6" indent="-317500" algn="l" rtl="0">
              <a:lnSpc>
                <a:spcPct val="94000"/>
              </a:lnSpc>
              <a:spcBef>
                <a:spcPts val="500"/>
              </a:spcBef>
              <a:spcAft>
                <a:spcPts val="0"/>
              </a:spcAft>
              <a:buClr>
                <a:schemeClr val="dk2"/>
              </a:buClr>
              <a:buSzPts val="1400"/>
              <a:buFont typeface="Libre Franklin"/>
              <a:buChar char="■"/>
              <a:defRPr sz="1400" b="0" i="0" u="none" strike="noStrike" cap="none">
                <a:solidFill>
                  <a:schemeClr val="dk2"/>
                </a:solidFill>
                <a:latin typeface="Libre Franklin"/>
                <a:ea typeface="Libre Franklin"/>
                <a:cs typeface="Libre Franklin"/>
                <a:sym typeface="Libre Franklin"/>
              </a:defRPr>
            </a:lvl7pPr>
            <a:lvl8pPr marL="3657600" marR="0" lvl="7" indent="-317500" algn="l" rtl="0">
              <a:lnSpc>
                <a:spcPct val="94000"/>
              </a:lnSpc>
              <a:spcBef>
                <a:spcPts val="500"/>
              </a:spcBef>
              <a:spcAft>
                <a:spcPts val="0"/>
              </a:spcAft>
              <a:buClr>
                <a:schemeClr val="dk2"/>
              </a:buClr>
              <a:buSzPts val="1400"/>
              <a:buFont typeface="Libre Franklin"/>
              <a:buChar char="–"/>
              <a:defRPr sz="1400" b="0" i="1" u="none" strike="noStrike" cap="none">
                <a:solidFill>
                  <a:schemeClr val="dk2"/>
                </a:solidFill>
                <a:latin typeface="Libre Franklin"/>
                <a:ea typeface="Libre Franklin"/>
                <a:cs typeface="Libre Franklin"/>
                <a:sym typeface="Libre Franklin"/>
              </a:defRPr>
            </a:lvl8pPr>
            <a:lvl9pPr marL="4114800" marR="0" lvl="8" indent="-317500" algn="l" rtl="0">
              <a:lnSpc>
                <a:spcPct val="94000"/>
              </a:lnSpc>
              <a:spcBef>
                <a:spcPts val="500"/>
              </a:spcBef>
              <a:spcAft>
                <a:spcPts val="200"/>
              </a:spcAft>
              <a:buClr>
                <a:schemeClr val="dk2"/>
              </a:buClr>
              <a:buSzPts val="1400"/>
              <a:buFont typeface="Libre Franklin"/>
              <a:buChar char="■"/>
              <a:defRPr sz="1400" b="0" i="0" u="none" strike="noStrike" cap="none">
                <a:solidFill>
                  <a:schemeClr val="dk2"/>
                </a:solidFill>
                <a:latin typeface="Libre Franklin"/>
                <a:ea typeface="Libre Franklin"/>
                <a:cs typeface="Libre Franklin"/>
                <a:sym typeface="Libre Franklin"/>
              </a:defRPr>
            </a:lvl9pPr>
          </a:lstStyle>
          <a:p>
            <a:endParaRPr/>
          </a:p>
        </p:txBody>
      </p:sp>
      <p:sp>
        <p:nvSpPr>
          <p:cNvPr id="12" name="Google Shape;12;p20"/>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dk2"/>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13" name="Google Shape;13;p20"/>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dk2"/>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14" name="Google Shape;14;p20"/>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dk2"/>
                </a:solidFill>
                <a:latin typeface="Libre Franklin"/>
                <a:ea typeface="Libre Franklin"/>
                <a:cs typeface="Libre Franklin"/>
                <a:sym typeface="Libre Franklin"/>
              </a:defRPr>
            </a:lvl1pPr>
            <a:lvl2pPr marL="0" marR="0" lvl="1" indent="0" algn="r" rtl="0">
              <a:spcBef>
                <a:spcPts val="0"/>
              </a:spcBef>
              <a:buNone/>
              <a:defRPr sz="1200" b="0" i="0" u="none" strike="noStrike" cap="none">
                <a:solidFill>
                  <a:schemeClr val="dk2"/>
                </a:solidFill>
                <a:latin typeface="Libre Franklin"/>
                <a:ea typeface="Libre Franklin"/>
                <a:cs typeface="Libre Franklin"/>
                <a:sym typeface="Libre Franklin"/>
              </a:defRPr>
            </a:lvl2pPr>
            <a:lvl3pPr marL="0" marR="0" lvl="2" indent="0" algn="r" rtl="0">
              <a:spcBef>
                <a:spcPts val="0"/>
              </a:spcBef>
              <a:buNone/>
              <a:defRPr sz="1200" b="0" i="0" u="none" strike="noStrike" cap="none">
                <a:solidFill>
                  <a:schemeClr val="dk2"/>
                </a:solidFill>
                <a:latin typeface="Libre Franklin"/>
                <a:ea typeface="Libre Franklin"/>
                <a:cs typeface="Libre Franklin"/>
                <a:sym typeface="Libre Franklin"/>
              </a:defRPr>
            </a:lvl3pPr>
            <a:lvl4pPr marL="0" marR="0" lvl="3" indent="0" algn="r" rtl="0">
              <a:spcBef>
                <a:spcPts val="0"/>
              </a:spcBef>
              <a:buNone/>
              <a:defRPr sz="1200" b="0" i="0" u="none" strike="noStrike" cap="none">
                <a:solidFill>
                  <a:schemeClr val="dk2"/>
                </a:solidFill>
                <a:latin typeface="Libre Franklin"/>
                <a:ea typeface="Libre Franklin"/>
                <a:cs typeface="Libre Franklin"/>
                <a:sym typeface="Libre Franklin"/>
              </a:defRPr>
            </a:lvl4pPr>
            <a:lvl5pPr marL="0" marR="0" lvl="4" indent="0" algn="r" rtl="0">
              <a:spcBef>
                <a:spcPts val="0"/>
              </a:spcBef>
              <a:buNone/>
              <a:defRPr sz="1200" b="0" i="0" u="none" strike="noStrike" cap="none">
                <a:solidFill>
                  <a:schemeClr val="dk2"/>
                </a:solidFill>
                <a:latin typeface="Libre Franklin"/>
                <a:ea typeface="Libre Franklin"/>
                <a:cs typeface="Libre Franklin"/>
                <a:sym typeface="Libre Franklin"/>
              </a:defRPr>
            </a:lvl5pPr>
            <a:lvl6pPr marL="0" marR="0" lvl="5" indent="0" algn="r" rtl="0">
              <a:spcBef>
                <a:spcPts val="0"/>
              </a:spcBef>
              <a:buNone/>
              <a:defRPr sz="1200" b="0" i="0" u="none" strike="noStrike" cap="none">
                <a:solidFill>
                  <a:schemeClr val="dk2"/>
                </a:solidFill>
                <a:latin typeface="Libre Franklin"/>
                <a:ea typeface="Libre Franklin"/>
                <a:cs typeface="Libre Franklin"/>
                <a:sym typeface="Libre Franklin"/>
              </a:defRPr>
            </a:lvl6pPr>
            <a:lvl7pPr marL="0" marR="0" lvl="6" indent="0" algn="r" rtl="0">
              <a:spcBef>
                <a:spcPts val="0"/>
              </a:spcBef>
              <a:buNone/>
              <a:defRPr sz="1200" b="0" i="0" u="none" strike="noStrike" cap="none">
                <a:solidFill>
                  <a:schemeClr val="dk2"/>
                </a:solidFill>
                <a:latin typeface="Libre Franklin"/>
                <a:ea typeface="Libre Franklin"/>
                <a:cs typeface="Libre Franklin"/>
                <a:sym typeface="Libre Franklin"/>
              </a:defRPr>
            </a:lvl7pPr>
            <a:lvl8pPr marL="0" marR="0" lvl="7" indent="0" algn="r" rtl="0">
              <a:spcBef>
                <a:spcPts val="0"/>
              </a:spcBef>
              <a:buNone/>
              <a:defRPr sz="1200" b="0" i="0" u="none" strike="noStrike" cap="none">
                <a:solidFill>
                  <a:schemeClr val="dk2"/>
                </a:solidFill>
                <a:latin typeface="Libre Franklin"/>
                <a:ea typeface="Libre Franklin"/>
                <a:cs typeface="Libre Franklin"/>
                <a:sym typeface="Libre Franklin"/>
              </a:defRPr>
            </a:lvl8pPr>
            <a:lvl9pPr marL="0" marR="0" lvl="8" indent="0" algn="r" rtl="0">
              <a:spcBef>
                <a:spcPts val="0"/>
              </a:spcBef>
              <a:buNone/>
              <a:defRPr sz="1200" b="0" i="0" u="none" strike="noStrike" cap="none">
                <a:solidFill>
                  <a:schemeClr val="dk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20"/>
          <p:cNvSpPr/>
          <p:nvPr/>
        </p:nvSpPr>
        <p:spPr>
          <a:xfrm>
            <a:off x="478095" y="376"/>
            <a:ext cx="228600" cy="6858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9216">
          <p15:clr>
            <a:srgbClr val="F26B43"/>
          </p15:clr>
        </p15:guide>
        <p15:guide id="2" pos="1248">
          <p15:clr>
            <a:srgbClr val="F26B43"/>
          </p15:clr>
        </p15:guide>
        <p15:guide id="3" pos="1152">
          <p15:clr>
            <a:srgbClr val="F26B43"/>
          </p15:clr>
        </p15:guide>
        <p15:guide id="4" orient="horz" pos="1368">
          <p15:clr>
            <a:srgbClr val="F26B43"/>
          </p15:clr>
        </p15:guide>
        <p15:guide id="5"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93"/>
        <p:cNvGrpSpPr/>
        <p:nvPr/>
      </p:nvGrpSpPr>
      <p:grpSpPr>
        <a:xfrm>
          <a:off x="0" y="0"/>
          <a:ext cx="0" cy="0"/>
          <a:chOff x="0" y="0"/>
          <a:chExt cx="0" cy="0"/>
        </a:xfrm>
      </p:grpSpPr>
      <p:sp>
        <p:nvSpPr>
          <p:cNvPr id="94" name="Google Shape;94;p23"/>
          <p:cNvSpPr txBox="1">
            <a:spLocks noGrp="1"/>
          </p:cNvSpPr>
          <p:nvPr>
            <p:ph type="title"/>
          </p:nvPr>
        </p:nvSpPr>
        <p:spPr>
          <a:xfrm>
            <a:off x="1371600" y="685800"/>
            <a:ext cx="9601200" cy="1485900"/>
          </a:xfrm>
          <a:prstGeom prst="rect">
            <a:avLst/>
          </a:prstGeom>
          <a:noFill/>
          <a:ln>
            <a:noFill/>
          </a:ln>
        </p:spPr>
        <p:txBody>
          <a:bodyPr spcFirstLastPara="1" wrap="square" lIns="91425" tIns="45700" rIns="91425" bIns="45700" anchor="t" anchorCtr="0">
            <a:normAutofit/>
          </a:bodyPr>
          <a:lstStyle>
            <a:lvl1pPr marR="0" lvl="0" algn="l" rtl="0">
              <a:lnSpc>
                <a:spcPct val="89000"/>
              </a:lnSpc>
              <a:spcBef>
                <a:spcPts val="0"/>
              </a:spcBef>
              <a:spcAft>
                <a:spcPts val="0"/>
              </a:spcAft>
              <a:buClr>
                <a:schemeClr val="lt2"/>
              </a:buClr>
              <a:buSzPts val="4400"/>
              <a:buFont typeface="Libre Franklin"/>
              <a:buNone/>
              <a:defRPr sz="4400" b="0" i="0" u="none" strike="noStrike" cap="none">
                <a:solidFill>
                  <a:schemeClr val="lt2"/>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5" name="Google Shape;95;p23"/>
          <p:cNvSpPr txBox="1">
            <a:spLocks noGrp="1"/>
          </p:cNvSpPr>
          <p:nvPr>
            <p:ph type="body" idx="1"/>
          </p:nvPr>
        </p:nvSpPr>
        <p:spPr>
          <a:xfrm>
            <a:off x="1371600" y="2286000"/>
            <a:ext cx="9601200" cy="3581400"/>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94000"/>
              </a:lnSpc>
              <a:spcBef>
                <a:spcPts val="1000"/>
              </a:spcBef>
              <a:spcAft>
                <a:spcPts val="0"/>
              </a:spcAft>
              <a:buClr>
                <a:schemeClr val="lt2"/>
              </a:buClr>
              <a:buSzPts val="2000"/>
              <a:buFont typeface="Libre Franklin"/>
              <a:buChar char="■"/>
              <a:defRPr sz="2000" b="0" i="0" u="none" strike="noStrike" cap="none">
                <a:solidFill>
                  <a:schemeClr val="lt2"/>
                </a:solidFill>
                <a:latin typeface="Libre Franklin"/>
                <a:ea typeface="Libre Franklin"/>
                <a:cs typeface="Libre Franklin"/>
                <a:sym typeface="Libre Franklin"/>
              </a:defRPr>
            </a:lvl1pPr>
            <a:lvl2pPr marL="914400" marR="0" lvl="1" indent="-355600" algn="l" rtl="0">
              <a:lnSpc>
                <a:spcPct val="94000"/>
              </a:lnSpc>
              <a:spcBef>
                <a:spcPts val="500"/>
              </a:spcBef>
              <a:spcAft>
                <a:spcPts val="0"/>
              </a:spcAft>
              <a:buClr>
                <a:schemeClr val="lt2"/>
              </a:buClr>
              <a:buSzPts val="2000"/>
              <a:buFont typeface="Libre Franklin"/>
              <a:buChar char="–"/>
              <a:defRPr sz="2000" b="0" i="1" u="none" strike="noStrike" cap="none">
                <a:solidFill>
                  <a:schemeClr val="lt2"/>
                </a:solidFill>
                <a:latin typeface="Libre Franklin"/>
                <a:ea typeface="Libre Franklin"/>
                <a:cs typeface="Libre Franklin"/>
                <a:sym typeface="Libre Franklin"/>
              </a:defRPr>
            </a:lvl2pPr>
            <a:lvl3pPr marL="1371600" marR="0" lvl="2" indent="-342900" algn="l" rtl="0">
              <a:lnSpc>
                <a:spcPct val="94000"/>
              </a:lnSpc>
              <a:spcBef>
                <a:spcPts val="500"/>
              </a:spcBef>
              <a:spcAft>
                <a:spcPts val="0"/>
              </a:spcAft>
              <a:buClr>
                <a:schemeClr val="lt2"/>
              </a:buClr>
              <a:buSzPts val="1800"/>
              <a:buFont typeface="Libre Franklin"/>
              <a:buChar char="■"/>
              <a:defRPr sz="1800" b="0" i="0" u="none" strike="noStrike" cap="none">
                <a:solidFill>
                  <a:schemeClr val="lt2"/>
                </a:solidFill>
                <a:latin typeface="Libre Franklin"/>
                <a:ea typeface="Libre Franklin"/>
                <a:cs typeface="Libre Franklin"/>
                <a:sym typeface="Libre Franklin"/>
              </a:defRPr>
            </a:lvl3pPr>
            <a:lvl4pPr marL="1828800" marR="0" lvl="3" indent="-342900" algn="l" rtl="0">
              <a:lnSpc>
                <a:spcPct val="94000"/>
              </a:lnSpc>
              <a:spcBef>
                <a:spcPts val="500"/>
              </a:spcBef>
              <a:spcAft>
                <a:spcPts val="0"/>
              </a:spcAft>
              <a:buClr>
                <a:schemeClr val="lt2"/>
              </a:buClr>
              <a:buSzPts val="1800"/>
              <a:buFont typeface="Libre Franklin"/>
              <a:buChar char="–"/>
              <a:defRPr sz="1800" b="0" i="1" u="none" strike="noStrike" cap="none">
                <a:solidFill>
                  <a:schemeClr val="lt2"/>
                </a:solidFill>
                <a:latin typeface="Libre Franklin"/>
                <a:ea typeface="Libre Franklin"/>
                <a:cs typeface="Libre Franklin"/>
                <a:sym typeface="Libre Franklin"/>
              </a:defRPr>
            </a:lvl4pPr>
            <a:lvl5pPr marL="2286000" marR="0" lvl="4" indent="-330200" algn="l" rtl="0">
              <a:lnSpc>
                <a:spcPct val="94000"/>
              </a:lnSpc>
              <a:spcBef>
                <a:spcPts val="500"/>
              </a:spcBef>
              <a:spcAft>
                <a:spcPts val="0"/>
              </a:spcAft>
              <a:buClr>
                <a:schemeClr val="lt2"/>
              </a:buClr>
              <a:buSzPts val="1600"/>
              <a:buFont typeface="Libre Franklin"/>
              <a:buChar char="■"/>
              <a:defRPr sz="1600" b="0" i="0" u="none" strike="noStrike" cap="none">
                <a:solidFill>
                  <a:schemeClr val="lt2"/>
                </a:solidFill>
                <a:latin typeface="Libre Franklin"/>
                <a:ea typeface="Libre Franklin"/>
                <a:cs typeface="Libre Franklin"/>
                <a:sym typeface="Libre Franklin"/>
              </a:defRPr>
            </a:lvl5pPr>
            <a:lvl6pPr marL="2743200" marR="0" lvl="5" indent="-330200" algn="l" rtl="0">
              <a:lnSpc>
                <a:spcPct val="94000"/>
              </a:lnSpc>
              <a:spcBef>
                <a:spcPts val="500"/>
              </a:spcBef>
              <a:spcAft>
                <a:spcPts val="0"/>
              </a:spcAft>
              <a:buClr>
                <a:schemeClr val="lt2"/>
              </a:buClr>
              <a:buSzPts val="1600"/>
              <a:buFont typeface="Libre Franklin"/>
              <a:buChar char="–"/>
              <a:defRPr sz="1600" b="0" i="1" u="none" strike="noStrike" cap="none">
                <a:solidFill>
                  <a:schemeClr val="lt2"/>
                </a:solidFill>
                <a:latin typeface="Libre Franklin"/>
                <a:ea typeface="Libre Franklin"/>
                <a:cs typeface="Libre Franklin"/>
                <a:sym typeface="Libre Franklin"/>
              </a:defRPr>
            </a:lvl6pPr>
            <a:lvl7pPr marL="3200400" marR="0" lvl="6" indent="-317500" algn="l" rtl="0">
              <a:lnSpc>
                <a:spcPct val="94000"/>
              </a:lnSpc>
              <a:spcBef>
                <a:spcPts val="500"/>
              </a:spcBef>
              <a:spcAft>
                <a:spcPts val="0"/>
              </a:spcAft>
              <a:buClr>
                <a:schemeClr val="lt2"/>
              </a:buClr>
              <a:buSzPts val="1400"/>
              <a:buFont typeface="Libre Franklin"/>
              <a:buChar char="■"/>
              <a:defRPr sz="1400" b="0" i="0" u="none" strike="noStrike" cap="none">
                <a:solidFill>
                  <a:schemeClr val="lt2"/>
                </a:solidFill>
                <a:latin typeface="Libre Franklin"/>
                <a:ea typeface="Libre Franklin"/>
                <a:cs typeface="Libre Franklin"/>
                <a:sym typeface="Libre Franklin"/>
              </a:defRPr>
            </a:lvl7pPr>
            <a:lvl8pPr marL="3657600" marR="0" lvl="7" indent="-317500" algn="l" rtl="0">
              <a:lnSpc>
                <a:spcPct val="94000"/>
              </a:lnSpc>
              <a:spcBef>
                <a:spcPts val="500"/>
              </a:spcBef>
              <a:spcAft>
                <a:spcPts val="0"/>
              </a:spcAft>
              <a:buClr>
                <a:schemeClr val="lt2"/>
              </a:buClr>
              <a:buSzPts val="1400"/>
              <a:buFont typeface="Libre Franklin"/>
              <a:buChar char="–"/>
              <a:defRPr sz="1400" b="0" i="1" u="none" strike="noStrike" cap="none">
                <a:solidFill>
                  <a:schemeClr val="lt2"/>
                </a:solidFill>
                <a:latin typeface="Libre Franklin"/>
                <a:ea typeface="Libre Franklin"/>
                <a:cs typeface="Libre Franklin"/>
                <a:sym typeface="Libre Franklin"/>
              </a:defRPr>
            </a:lvl8pPr>
            <a:lvl9pPr marL="4114800" marR="0" lvl="8" indent="-317500" algn="l" rtl="0">
              <a:lnSpc>
                <a:spcPct val="94000"/>
              </a:lnSpc>
              <a:spcBef>
                <a:spcPts val="500"/>
              </a:spcBef>
              <a:spcAft>
                <a:spcPts val="200"/>
              </a:spcAft>
              <a:buClr>
                <a:schemeClr val="lt2"/>
              </a:buClr>
              <a:buSzPts val="1400"/>
              <a:buFont typeface="Libre Franklin"/>
              <a:buChar char="■"/>
              <a:defRPr sz="1400" b="0" i="0" u="none" strike="noStrike" cap="none">
                <a:solidFill>
                  <a:schemeClr val="lt2"/>
                </a:solidFill>
                <a:latin typeface="Libre Franklin"/>
                <a:ea typeface="Libre Franklin"/>
                <a:cs typeface="Libre Franklin"/>
                <a:sym typeface="Libre Franklin"/>
              </a:defRPr>
            </a:lvl9pPr>
          </a:lstStyle>
          <a:p>
            <a:endParaRPr/>
          </a:p>
        </p:txBody>
      </p:sp>
      <p:sp>
        <p:nvSpPr>
          <p:cNvPr id="96" name="Google Shape;96;p23"/>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chemeClr val="lt2"/>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9pPr>
          </a:lstStyle>
          <a:p>
            <a:endParaRPr/>
          </a:p>
        </p:txBody>
      </p:sp>
      <p:sp>
        <p:nvSpPr>
          <p:cNvPr id="97" name="Google Shape;97;p23"/>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chemeClr val="lt2"/>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9pPr>
          </a:lstStyle>
          <a:p>
            <a:endParaRPr/>
          </a:p>
        </p:txBody>
      </p:sp>
      <p:sp>
        <p:nvSpPr>
          <p:cNvPr id="98" name="Google Shape;98;p23"/>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u="none">
                <a:solidFill>
                  <a:schemeClr val="lt2"/>
                </a:solidFill>
                <a:latin typeface="Libre Franklin"/>
                <a:ea typeface="Libre Franklin"/>
                <a:cs typeface="Libre Franklin"/>
                <a:sym typeface="Libre Franklin"/>
              </a:defRPr>
            </a:lvl1pPr>
            <a:lvl2pPr marL="0" marR="0" lvl="1" indent="0" algn="r" rtl="0">
              <a:spcBef>
                <a:spcPts val="0"/>
              </a:spcBef>
              <a:buNone/>
              <a:defRPr sz="1200" b="0" u="none">
                <a:solidFill>
                  <a:schemeClr val="lt2"/>
                </a:solidFill>
                <a:latin typeface="Libre Franklin"/>
                <a:ea typeface="Libre Franklin"/>
                <a:cs typeface="Libre Franklin"/>
                <a:sym typeface="Libre Franklin"/>
              </a:defRPr>
            </a:lvl2pPr>
            <a:lvl3pPr marL="0" marR="0" lvl="2" indent="0" algn="r" rtl="0">
              <a:spcBef>
                <a:spcPts val="0"/>
              </a:spcBef>
              <a:buNone/>
              <a:defRPr sz="1200" b="0" u="none">
                <a:solidFill>
                  <a:schemeClr val="lt2"/>
                </a:solidFill>
                <a:latin typeface="Libre Franklin"/>
                <a:ea typeface="Libre Franklin"/>
                <a:cs typeface="Libre Franklin"/>
                <a:sym typeface="Libre Franklin"/>
              </a:defRPr>
            </a:lvl3pPr>
            <a:lvl4pPr marL="0" marR="0" lvl="3" indent="0" algn="r" rtl="0">
              <a:spcBef>
                <a:spcPts val="0"/>
              </a:spcBef>
              <a:buNone/>
              <a:defRPr sz="1200" b="0" u="none">
                <a:solidFill>
                  <a:schemeClr val="lt2"/>
                </a:solidFill>
                <a:latin typeface="Libre Franklin"/>
                <a:ea typeface="Libre Franklin"/>
                <a:cs typeface="Libre Franklin"/>
                <a:sym typeface="Libre Franklin"/>
              </a:defRPr>
            </a:lvl4pPr>
            <a:lvl5pPr marL="0" marR="0" lvl="4" indent="0" algn="r" rtl="0">
              <a:spcBef>
                <a:spcPts val="0"/>
              </a:spcBef>
              <a:buNone/>
              <a:defRPr sz="1200" b="0" u="none">
                <a:solidFill>
                  <a:schemeClr val="lt2"/>
                </a:solidFill>
                <a:latin typeface="Libre Franklin"/>
                <a:ea typeface="Libre Franklin"/>
                <a:cs typeface="Libre Franklin"/>
                <a:sym typeface="Libre Franklin"/>
              </a:defRPr>
            </a:lvl5pPr>
            <a:lvl6pPr marL="0" marR="0" lvl="5" indent="0" algn="r" rtl="0">
              <a:spcBef>
                <a:spcPts val="0"/>
              </a:spcBef>
              <a:buNone/>
              <a:defRPr sz="1200" b="0" u="none">
                <a:solidFill>
                  <a:schemeClr val="lt2"/>
                </a:solidFill>
                <a:latin typeface="Libre Franklin"/>
                <a:ea typeface="Libre Franklin"/>
                <a:cs typeface="Libre Franklin"/>
                <a:sym typeface="Libre Franklin"/>
              </a:defRPr>
            </a:lvl6pPr>
            <a:lvl7pPr marL="0" marR="0" lvl="6" indent="0" algn="r" rtl="0">
              <a:spcBef>
                <a:spcPts val="0"/>
              </a:spcBef>
              <a:buNone/>
              <a:defRPr sz="1200" b="0" u="none">
                <a:solidFill>
                  <a:schemeClr val="lt2"/>
                </a:solidFill>
                <a:latin typeface="Libre Franklin"/>
                <a:ea typeface="Libre Franklin"/>
                <a:cs typeface="Libre Franklin"/>
                <a:sym typeface="Libre Franklin"/>
              </a:defRPr>
            </a:lvl7pPr>
            <a:lvl8pPr marL="0" marR="0" lvl="7" indent="0" algn="r" rtl="0">
              <a:spcBef>
                <a:spcPts val="0"/>
              </a:spcBef>
              <a:buNone/>
              <a:defRPr sz="1200" b="0" u="none">
                <a:solidFill>
                  <a:schemeClr val="lt2"/>
                </a:solidFill>
                <a:latin typeface="Libre Franklin"/>
                <a:ea typeface="Libre Franklin"/>
                <a:cs typeface="Libre Franklin"/>
                <a:sym typeface="Libre Franklin"/>
              </a:defRPr>
            </a:lvl8pPr>
            <a:lvl9pPr marL="0" marR="0" lvl="8" indent="0" algn="r" rtl="0">
              <a:spcBef>
                <a:spcPts val="0"/>
              </a:spcBef>
              <a:buNone/>
              <a:defRPr sz="1200" b="0" u="none">
                <a:solidFill>
                  <a:schemeClr val="lt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
        <p:nvSpPr>
          <p:cNvPr id="99" name="Google Shape;99;p23"/>
          <p:cNvSpPr/>
          <p:nvPr/>
        </p:nvSpPr>
        <p:spPr>
          <a:xfrm>
            <a:off x="478095" y="376"/>
            <a:ext cx="2286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61" r:id="rId1"/>
  </p:sldLayoutIdLst>
  <p:transition spd="slow">
    <p:push/>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9216">
          <p15:clr>
            <a:srgbClr val="F26B43"/>
          </p15:clr>
        </p15:guide>
        <p15:guide id="2" pos="1248">
          <p15:clr>
            <a:srgbClr val="F26B43"/>
          </p15:clr>
        </p15:guide>
        <p15:guide id="3" pos="1152">
          <p15:clr>
            <a:srgbClr val="F26B43"/>
          </p15:clr>
        </p15:guide>
        <p15:guide id="4" orient="horz" pos="1368">
          <p15:clr>
            <a:srgbClr val="F26B43"/>
          </p15:clr>
        </p15:guide>
        <p15:guide id="5"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pic>
        <p:nvPicPr>
          <p:cNvPr id="112" name="Google Shape;112;p1" descr="C:\Users\SALMAN\Desktop\cp 1\org.solovyev.android.calculator.png"/>
          <p:cNvPicPr preferRelativeResize="0"/>
          <p:nvPr/>
        </p:nvPicPr>
        <p:blipFill rotWithShape="1">
          <a:blip r:embed="rId3">
            <a:alphaModFix/>
          </a:blip>
          <a:srcRect/>
          <a:stretch/>
        </p:blipFill>
        <p:spPr>
          <a:xfrm>
            <a:off x="2667000" y="1238258"/>
            <a:ext cx="1981200" cy="1981200"/>
          </a:xfrm>
          <a:prstGeom prst="rect">
            <a:avLst/>
          </a:prstGeom>
          <a:noFill/>
          <a:ln>
            <a:noFill/>
          </a:ln>
        </p:spPr>
      </p:pic>
      <p:pic>
        <p:nvPicPr>
          <p:cNvPr id="113" name="Google Shape;113;p1" descr="Comsats University Logo - CrystalPng"/>
          <p:cNvPicPr preferRelativeResize="0"/>
          <p:nvPr/>
        </p:nvPicPr>
        <p:blipFill rotWithShape="1">
          <a:blip r:embed="rId4">
            <a:alphaModFix/>
          </a:blip>
          <a:srcRect/>
          <a:stretch/>
        </p:blipFill>
        <p:spPr>
          <a:xfrm>
            <a:off x="9220201" y="169506"/>
            <a:ext cx="1282245" cy="1282245"/>
          </a:xfrm>
          <a:prstGeom prst="rect">
            <a:avLst/>
          </a:prstGeom>
          <a:noFill/>
          <a:ln>
            <a:noFill/>
          </a:ln>
        </p:spPr>
      </p:pic>
      <p:sp>
        <p:nvSpPr>
          <p:cNvPr id="114" name="Google Shape;114;p1"/>
          <p:cNvSpPr txBox="1"/>
          <p:nvPr/>
        </p:nvSpPr>
        <p:spPr>
          <a:xfrm>
            <a:off x="2010697" y="3958108"/>
            <a:ext cx="3124200"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dirty="0">
                <a:solidFill>
                  <a:schemeClr val="dk1"/>
                </a:solidFill>
                <a:latin typeface="Libre Franklin"/>
                <a:ea typeface="Libre Franklin"/>
                <a:cs typeface="Libre Franklin"/>
                <a:sym typeface="Libre Franklin"/>
              </a:rPr>
              <a:t>Taimur Sajjad</a:t>
            </a:r>
            <a:endParaRPr dirty="0"/>
          </a:p>
          <a:p>
            <a:pPr marL="0" marR="0" lvl="0" indent="0" algn="l" rtl="0">
              <a:spcBef>
                <a:spcPts val="0"/>
              </a:spcBef>
              <a:spcAft>
                <a:spcPts val="0"/>
              </a:spcAft>
              <a:buNone/>
            </a:pPr>
            <a:r>
              <a:rPr lang="en-US" sz="2800" b="1" dirty="0">
                <a:solidFill>
                  <a:schemeClr val="dk1"/>
                </a:solidFill>
                <a:latin typeface="Libre Franklin"/>
                <a:ea typeface="Libre Franklin"/>
                <a:cs typeface="Libre Franklin"/>
                <a:sym typeface="Libre Franklin"/>
              </a:rPr>
              <a:t> </a:t>
            </a:r>
            <a:endParaRPr dirty="0"/>
          </a:p>
          <a:p>
            <a:pPr marL="0" marR="0" lvl="0" indent="0" algn="l" rtl="0">
              <a:spcBef>
                <a:spcPts val="0"/>
              </a:spcBef>
              <a:spcAft>
                <a:spcPts val="0"/>
              </a:spcAft>
              <a:buNone/>
            </a:pPr>
            <a:r>
              <a:rPr lang="en-US" sz="400" dirty="0">
                <a:solidFill>
                  <a:schemeClr val="lt1"/>
                </a:solidFill>
                <a:latin typeface="Libre Franklin"/>
                <a:ea typeface="Libre Franklin"/>
                <a:cs typeface="Libre Franklin"/>
                <a:sym typeface="Libre Franklin"/>
              </a:rPr>
              <a:t>MS(Data Science)</a:t>
            </a:r>
            <a:endParaRPr sz="400" dirty="0">
              <a:solidFill>
                <a:schemeClr val="dk1"/>
              </a:solidFill>
              <a:latin typeface="Libre Franklin"/>
              <a:ea typeface="Libre Franklin"/>
              <a:cs typeface="Libre Franklin"/>
              <a:sym typeface="Libre Franklin"/>
            </a:endParaRPr>
          </a:p>
        </p:txBody>
      </p:sp>
      <p:sp>
        <p:nvSpPr>
          <p:cNvPr id="115" name="Google Shape;115;p1"/>
          <p:cNvSpPr txBox="1"/>
          <p:nvPr/>
        </p:nvSpPr>
        <p:spPr>
          <a:xfrm>
            <a:off x="4976354" y="1868843"/>
            <a:ext cx="5134897" cy="103105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dk1"/>
                </a:solidFill>
                <a:latin typeface="Libre Franklin"/>
                <a:ea typeface="Libre Franklin"/>
                <a:cs typeface="Libre Franklin"/>
                <a:sym typeface="Libre Franklin"/>
              </a:rPr>
              <a:t>Programming Fundamentals</a:t>
            </a:r>
            <a:endParaRPr sz="2800">
              <a:solidFill>
                <a:schemeClr val="dk1"/>
              </a:solidFill>
              <a:latin typeface="Libre Franklin"/>
              <a:ea typeface="Libre Franklin"/>
              <a:cs typeface="Libre Franklin"/>
              <a:sym typeface="Libre Franklin"/>
            </a:endParaRPr>
          </a:p>
          <a:p>
            <a:pPr marL="0" marR="0" lvl="0" indent="0" algn="l" rtl="0">
              <a:spcBef>
                <a:spcPts val="0"/>
              </a:spcBef>
              <a:spcAft>
                <a:spcPts val="0"/>
              </a:spcAft>
              <a:buNone/>
            </a:pPr>
            <a:endParaRPr sz="2800">
              <a:solidFill>
                <a:schemeClr val="dk1"/>
              </a:solidFill>
              <a:latin typeface="Libre Franklin"/>
              <a:ea typeface="Libre Franklin"/>
              <a:cs typeface="Libre Franklin"/>
              <a:sym typeface="Libre Franklin"/>
            </a:endParaRPr>
          </a:p>
          <a:p>
            <a:pPr marL="0" marR="0" lvl="0" indent="0" algn="l" rtl="0">
              <a:spcBef>
                <a:spcPts val="0"/>
              </a:spcBef>
              <a:spcAft>
                <a:spcPts val="0"/>
              </a:spcAft>
              <a:buNone/>
            </a:pPr>
            <a:endParaRPr sz="400">
              <a:solidFill>
                <a:schemeClr val="lt1"/>
              </a:solidFill>
              <a:latin typeface="Libre Franklin"/>
              <a:ea typeface="Libre Franklin"/>
              <a:cs typeface="Libre Franklin"/>
              <a:sym typeface="Libre Franklin"/>
            </a:endParaRPr>
          </a:p>
        </p:txBody>
      </p:sp>
      <p:sp>
        <p:nvSpPr>
          <p:cNvPr id="116" name="Google Shape;116;p1"/>
          <p:cNvSpPr txBox="1"/>
          <p:nvPr/>
        </p:nvSpPr>
        <p:spPr>
          <a:xfrm>
            <a:off x="2000865" y="4556854"/>
            <a:ext cx="4753896" cy="1200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Libre Franklin"/>
                <a:ea typeface="Libre Franklin"/>
                <a:cs typeface="Libre Franklin"/>
                <a:sym typeface="Libre Franklin"/>
              </a:rPr>
              <a:t>Lecturer (Computer Science),, </a:t>
            </a:r>
            <a:endParaRPr dirty="0"/>
          </a:p>
          <a:p>
            <a:pPr marL="0" marR="0" lvl="0" indent="0" algn="l" rtl="0">
              <a:spcBef>
                <a:spcPts val="0"/>
              </a:spcBef>
              <a:spcAft>
                <a:spcPts val="0"/>
              </a:spcAft>
              <a:buNone/>
            </a:pPr>
            <a:r>
              <a:rPr lang="en-US" sz="1800" dirty="0">
                <a:solidFill>
                  <a:schemeClr val="dk1"/>
                </a:solidFill>
                <a:latin typeface="Libre Franklin"/>
                <a:ea typeface="Libre Franklin"/>
                <a:cs typeface="Libre Franklin"/>
                <a:sym typeface="Libre Franklin"/>
              </a:rPr>
              <a:t>CUI Wah Campus</a:t>
            </a:r>
            <a:endParaRPr dirty="0"/>
          </a:p>
          <a:p>
            <a:pPr marL="0" marR="0" lvl="0" indent="0" algn="l" rtl="0">
              <a:spcBef>
                <a:spcPts val="0"/>
              </a:spcBef>
              <a:spcAft>
                <a:spcPts val="0"/>
              </a:spcAft>
              <a:buNone/>
            </a:pPr>
            <a:endParaRPr sz="1800" dirty="0">
              <a:solidFill>
                <a:schemeClr val="dk1"/>
              </a:solidFill>
              <a:latin typeface="Libre Franklin"/>
              <a:ea typeface="Libre Franklin"/>
              <a:cs typeface="Libre Franklin"/>
              <a:sym typeface="Libre Franklin"/>
            </a:endParaRPr>
          </a:p>
          <a:p>
            <a:pPr marL="0" marR="0" lvl="0" indent="0" algn="l" rtl="0">
              <a:spcBef>
                <a:spcPts val="0"/>
              </a:spcBef>
              <a:spcAft>
                <a:spcPts val="0"/>
              </a:spcAft>
              <a:buNone/>
            </a:pPr>
            <a:endParaRPr sz="1800" dirty="0">
              <a:solidFill>
                <a:schemeClr val="dk1"/>
              </a:solidFill>
              <a:latin typeface="Libre Franklin"/>
              <a:ea typeface="Libre Franklin"/>
              <a:cs typeface="Libre Franklin"/>
              <a:sym typeface="Libre Franklin"/>
            </a:endParaRPr>
          </a:p>
        </p:txBody>
      </p:sp>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
          <p:cNvSpPr txBox="1">
            <a:spLocks noGrp="1"/>
          </p:cNvSpPr>
          <p:nvPr>
            <p:ph type="body" idx="1"/>
          </p:nvPr>
        </p:nvSpPr>
        <p:spPr>
          <a:xfrm>
            <a:off x="914401" y="1131829"/>
            <a:ext cx="10752082" cy="4509117"/>
          </a:xfrm>
          <a:prstGeom prst="rect">
            <a:avLst/>
          </a:prstGeom>
          <a:noFill/>
          <a:ln>
            <a:noFill/>
          </a:ln>
        </p:spPr>
        <p:txBody>
          <a:bodyPr spcFirstLastPara="1" wrap="square" lIns="91425" tIns="45700" rIns="91425" bIns="45700" anchor="t" anchorCtr="0">
            <a:noAutofit/>
          </a:bodyPr>
          <a:lstStyle/>
          <a:p>
            <a:pPr marL="384048" lvl="0" indent="-384048" algn="l" rtl="0">
              <a:lnSpc>
                <a:spcPct val="94000"/>
              </a:lnSpc>
              <a:spcBef>
                <a:spcPts val="0"/>
              </a:spcBef>
              <a:spcAft>
                <a:spcPts val="0"/>
              </a:spcAft>
              <a:buClr>
                <a:schemeClr val="dk2"/>
              </a:buClr>
              <a:buSzPts val="2800"/>
              <a:buChar char="■"/>
            </a:pPr>
            <a:r>
              <a:rPr lang="en-US" sz="2800">
                <a:latin typeface="Times New Roman"/>
                <a:ea typeface="Times New Roman"/>
                <a:cs typeface="Times New Roman"/>
                <a:sym typeface="Times New Roman"/>
              </a:rPr>
              <a:t>Series of instructions to a computer to accomplish a task</a:t>
            </a:r>
            <a:endParaRPr/>
          </a:p>
          <a:p>
            <a:pPr marL="384048" lvl="0" indent="-384048" algn="l" rtl="0">
              <a:lnSpc>
                <a:spcPct val="94000"/>
              </a:lnSpc>
              <a:spcBef>
                <a:spcPts val="1200"/>
              </a:spcBef>
              <a:spcAft>
                <a:spcPts val="0"/>
              </a:spcAft>
              <a:buClr>
                <a:schemeClr val="dk2"/>
              </a:buClr>
              <a:buSzPts val="2800"/>
              <a:buChar char="■"/>
            </a:pPr>
            <a:r>
              <a:rPr lang="en-US" sz="2800">
                <a:latin typeface="Times New Roman"/>
                <a:ea typeface="Times New Roman"/>
                <a:cs typeface="Times New Roman"/>
                <a:sym typeface="Times New Roman"/>
              </a:rPr>
              <a:t>Instructions must be written in a way the computer can understand</a:t>
            </a:r>
            <a:endParaRPr/>
          </a:p>
          <a:p>
            <a:pPr marL="384048" lvl="0" indent="-384048" algn="l" rtl="0">
              <a:lnSpc>
                <a:spcPct val="94000"/>
              </a:lnSpc>
              <a:spcBef>
                <a:spcPts val="1200"/>
              </a:spcBef>
              <a:spcAft>
                <a:spcPts val="0"/>
              </a:spcAft>
              <a:buClr>
                <a:schemeClr val="dk2"/>
              </a:buClr>
              <a:buSzPts val="2800"/>
              <a:buChar char="■"/>
            </a:pPr>
            <a:r>
              <a:rPr lang="en-US" sz="2800">
                <a:latin typeface="Times New Roman"/>
                <a:ea typeface="Times New Roman"/>
                <a:cs typeface="Times New Roman"/>
                <a:sym typeface="Times New Roman"/>
              </a:rPr>
              <a:t>Programming languages are used to write programs</a:t>
            </a:r>
            <a:endParaRPr/>
          </a:p>
          <a:p>
            <a:pPr marL="384048" lvl="0" indent="-384048" algn="l" rtl="0">
              <a:lnSpc>
                <a:spcPct val="94000"/>
              </a:lnSpc>
              <a:spcBef>
                <a:spcPts val="1200"/>
              </a:spcBef>
              <a:spcAft>
                <a:spcPts val="0"/>
              </a:spcAft>
              <a:buClr>
                <a:schemeClr val="dk2"/>
              </a:buClr>
              <a:buSzPts val="2800"/>
              <a:buChar char="■"/>
            </a:pPr>
            <a:r>
              <a:rPr lang="en-US" sz="2800">
                <a:latin typeface="Times New Roman"/>
                <a:ea typeface="Times New Roman"/>
                <a:cs typeface="Times New Roman"/>
                <a:sym typeface="Times New Roman"/>
              </a:rPr>
              <a:t>Once the code (language) of a program has been written, it must be executed (run, started).</a:t>
            </a:r>
            <a:endParaRPr/>
          </a:p>
          <a:p>
            <a:pPr marL="384048" lvl="0" indent="-384048" algn="l" rtl="0">
              <a:lnSpc>
                <a:spcPct val="94000"/>
              </a:lnSpc>
              <a:spcBef>
                <a:spcPts val="1200"/>
              </a:spcBef>
              <a:spcAft>
                <a:spcPts val="0"/>
              </a:spcAft>
              <a:buClr>
                <a:schemeClr val="dk2"/>
              </a:buClr>
              <a:buSzPts val="2800"/>
              <a:buChar char="■"/>
            </a:pPr>
            <a:r>
              <a:rPr lang="en-US" sz="2800">
                <a:latin typeface="Times New Roman"/>
                <a:ea typeface="Times New Roman"/>
                <a:cs typeface="Times New Roman"/>
                <a:sym typeface="Times New Roman"/>
              </a:rPr>
              <a:t>You may need to type the name of the program to start it or use a word like RUN and the name of the program (in the old days, anyway).</a:t>
            </a:r>
            <a:endParaRPr/>
          </a:p>
          <a:p>
            <a:pPr marL="384048" lvl="0" indent="-206248" algn="l" rtl="0">
              <a:lnSpc>
                <a:spcPct val="94000"/>
              </a:lnSpc>
              <a:spcBef>
                <a:spcPts val="1200"/>
              </a:spcBef>
              <a:spcAft>
                <a:spcPts val="0"/>
              </a:spcAft>
              <a:buClr>
                <a:schemeClr val="dk2"/>
              </a:buClr>
              <a:buSzPts val="2800"/>
              <a:buNone/>
            </a:pPr>
            <a:endParaRPr sz="2800">
              <a:latin typeface="Times New Roman"/>
              <a:ea typeface="Times New Roman"/>
              <a:cs typeface="Times New Roman"/>
              <a:sym typeface="Times New Roman"/>
            </a:endParaRPr>
          </a:p>
        </p:txBody>
      </p:sp>
      <p:sp>
        <p:nvSpPr>
          <p:cNvPr id="124" name="Google Shape;124;p2"/>
          <p:cNvSpPr txBox="1"/>
          <p:nvPr/>
        </p:nvSpPr>
        <p:spPr>
          <a:xfrm>
            <a:off x="695458" y="-3"/>
            <a:ext cx="11496541" cy="798491"/>
          </a:xfrm>
          <a:prstGeom prst="rect">
            <a:avLst/>
          </a:prstGeom>
          <a:noFill/>
          <a:ln w="34925" cap="flat" cmpd="sng">
            <a:solidFill>
              <a:schemeClr val="dk1"/>
            </a:solidFill>
            <a:prstDash val="solid"/>
            <a:round/>
            <a:headEnd type="none" w="sm" len="sm"/>
            <a:tailEnd type="none" w="sm" len="sm"/>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chemeClr val="dk1"/>
              </a:buClr>
              <a:buSzPts val="3600"/>
              <a:buFont typeface="Constantia"/>
              <a:buNone/>
            </a:pPr>
            <a:r>
              <a:rPr lang="en-US" sz="3600" b="1" cap="small">
                <a:solidFill>
                  <a:schemeClr val="dk1"/>
                </a:solidFill>
                <a:latin typeface="Constantia"/>
                <a:ea typeface="Constantia"/>
                <a:cs typeface="Constantia"/>
                <a:sym typeface="Constantia"/>
              </a:rPr>
              <a:t>What is programming?</a:t>
            </a:r>
            <a:endParaRP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3"/>
          <p:cNvSpPr txBox="1">
            <a:spLocks noGrp="1"/>
          </p:cNvSpPr>
          <p:nvPr>
            <p:ph type="body" idx="1"/>
          </p:nvPr>
        </p:nvSpPr>
        <p:spPr>
          <a:xfrm>
            <a:off x="914401" y="1131829"/>
            <a:ext cx="10752082" cy="4509117"/>
          </a:xfrm>
          <a:prstGeom prst="rect">
            <a:avLst/>
          </a:prstGeom>
          <a:noFill/>
          <a:ln>
            <a:noFill/>
          </a:ln>
        </p:spPr>
        <p:txBody>
          <a:bodyPr spcFirstLastPara="1" wrap="square" lIns="91425" tIns="45700" rIns="91425" bIns="45700" anchor="t" anchorCtr="0">
            <a:noAutofit/>
          </a:bodyPr>
          <a:lstStyle/>
          <a:p>
            <a:pPr marL="466725" lvl="0" indent="-466725" algn="just" rtl="0">
              <a:lnSpc>
                <a:spcPct val="90000"/>
              </a:lnSpc>
              <a:spcBef>
                <a:spcPts val="0"/>
              </a:spcBef>
              <a:spcAft>
                <a:spcPts val="0"/>
              </a:spcAft>
              <a:buClr>
                <a:schemeClr val="dk2"/>
              </a:buClr>
              <a:buSzPts val="2800"/>
              <a:buChar char="■"/>
            </a:pPr>
            <a:r>
              <a:rPr lang="en-US" sz="2800">
                <a:latin typeface="Times New Roman"/>
                <a:ea typeface="Times New Roman"/>
                <a:cs typeface="Times New Roman"/>
                <a:sym typeface="Times New Roman"/>
              </a:rPr>
              <a:t>Steps taken by the CPU to run a program (instructions are in machine language):</a:t>
            </a:r>
            <a:endParaRPr/>
          </a:p>
          <a:p>
            <a:pPr marL="1322388" lvl="1" indent="-466725" algn="just" rtl="0">
              <a:lnSpc>
                <a:spcPct val="90000"/>
              </a:lnSpc>
              <a:spcBef>
                <a:spcPts val="700"/>
              </a:spcBef>
              <a:spcAft>
                <a:spcPts val="0"/>
              </a:spcAft>
              <a:buClr>
                <a:schemeClr val="dk2"/>
              </a:buClr>
              <a:buSzPts val="2800"/>
              <a:buFont typeface="Times New Roman"/>
              <a:buAutoNum type="arabicPeriod"/>
            </a:pPr>
            <a:r>
              <a:rPr lang="en-US" sz="2800" i="0">
                <a:latin typeface="Times New Roman"/>
                <a:ea typeface="Times New Roman"/>
                <a:cs typeface="Times New Roman"/>
                <a:sym typeface="Times New Roman"/>
              </a:rPr>
              <a:t>Fetch an instruction</a:t>
            </a:r>
            <a:endParaRPr/>
          </a:p>
          <a:p>
            <a:pPr marL="1322388" lvl="1" indent="-466725" algn="just" rtl="0">
              <a:lnSpc>
                <a:spcPct val="90000"/>
              </a:lnSpc>
              <a:spcBef>
                <a:spcPts val="700"/>
              </a:spcBef>
              <a:spcAft>
                <a:spcPts val="0"/>
              </a:spcAft>
              <a:buClr>
                <a:schemeClr val="dk2"/>
              </a:buClr>
              <a:buSzPts val="2800"/>
              <a:buFont typeface="Times New Roman"/>
              <a:buAutoNum type="arabicPeriod"/>
            </a:pPr>
            <a:r>
              <a:rPr lang="en-US" sz="2800" i="0">
                <a:latin typeface="Times New Roman"/>
                <a:ea typeface="Times New Roman"/>
                <a:cs typeface="Times New Roman"/>
                <a:sym typeface="Times New Roman"/>
              </a:rPr>
              <a:t>Decode (interpret) the instruction</a:t>
            </a:r>
            <a:endParaRPr/>
          </a:p>
          <a:p>
            <a:pPr marL="1322388" lvl="1" indent="-466725" algn="just" rtl="0">
              <a:lnSpc>
                <a:spcPct val="90000"/>
              </a:lnSpc>
              <a:spcBef>
                <a:spcPts val="700"/>
              </a:spcBef>
              <a:spcAft>
                <a:spcPts val="0"/>
              </a:spcAft>
              <a:buClr>
                <a:schemeClr val="dk2"/>
              </a:buClr>
              <a:buSzPts val="2800"/>
              <a:buFont typeface="Times New Roman"/>
              <a:buAutoNum type="arabicPeriod"/>
            </a:pPr>
            <a:r>
              <a:rPr lang="en-US" sz="2800" i="0">
                <a:latin typeface="Times New Roman"/>
                <a:ea typeface="Times New Roman"/>
                <a:cs typeface="Times New Roman"/>
                <a:sym typeface="Times New Roman"/>
              </a:rPr>
              <a:t>Retrieve data, if needed</a:t>
            </a:r>
            <a:endParaRPr/>
          </a:p>
          <a:p>
            <a:pPr marL="1322388" lvl="1" indent="-466725" algn="just" rtl="0">
              <a:lnSpc>
                <a:spcPct val="90000"/>
              </a:lnSpc>
              <a:spcBef>
                <a:spcPts val="700"/>
              </a:spcBef>
              <a:spcAft>
                <a:spcPts val="0"/>
              </a:spcAft>
              <a:buClr>
                <a:schemeClr val="dk2"/>
              </a:buClr>
              <a:buSzPts val="2800"/>
              <a:buFont typeface="Times New Roman"/>
              <a:buAutoNum type="arabicPeriod"/>
            </a:pPr>
            <a:r>
              <a:rPr lang="en-US" sz="2800" i="0">
                <a:latin typeface="Times New Roman"/>
                <a:ea typeface="Times New Roman"/>
                <a:cs typeface="Times New Roman"/>
                <a:sym typeface="Times New Roman"/>
              </a:rPr>
              <a:t>Execute (perform) actual processing</a:t>
            </a:r>
            <a:endParaRPr/>
          </a:p>
          <a:p>
            <a:pPr marL="1322388" lvl="1" indent="-466725" algn="just" rtl="0">
              <a:lnSpc>
                <a:spcPct val="90000"/>
              </a:lnSpc>
              <a:spcBef>
                <a:spcPts val="700"/>
              </a:spcBef>
              <a:spcAft>
                <a:spcPts val="0"/>
              </a:spcAft>
              <a:buClr>
                <a:schemeClr val="dk2"/>
              </a:buClr>
              <a:buSzPts val="2800"/>
              <a:buFont typeface="Times New Roman"/>
              <a:buAutoNum type="arabicPeriod"/>
            </a:pPr>
            <a:r>
              <a:rPr lang="en-US" sz="2800" i="0">
                <a:latin typeface="Times New Roman"/>
                <a:ea typeface="Times New Roman"/>
                <a:cs typeface="Times New Roman"/>
                <a:sym typeface="Times New Roman"/>
              </a:rPr>
              <a:t>Store the results, if needed</a:t>
            </a:r>
            <a:endParaRPr/>
          </a:p>
          <a:p>
            <a:pPr marL="384048" lvl="0" indent="-206248" algn="l" rtl="0">
              <a:lnSpc>
                <a:spcPct val="94000"/>
              </a:lnSpc>
              <a:spcBef>
                <a:spcPts val="1200"/>
              </a:spcBef>
              <a:spcAft>
                <a:spcPts val="0"/>
              </a:spcAft>
              <a:buClr>
                <a:schemeClr val="dk2"/>
              </a:buClr>
              <a:buSzPts val="2800"/>
              <a:buNone/>
            </a:pPr>
            <a:endParaRPr sz="2800">
              <a:latin typeface="Times New Roman"/>
              <a:ea typeface="Times New Roman"/>
              <a:cs typeface="Times New Roman"/>
              <a:sym typeface="Times New Roman"/>
            </a:endParaRPr>
          </a:p>
        </p:txBody>
      </p:sp>
      <p:sp>
        <p:nvSpPr>
          <p:cNvPr id="132" name="Google Shape;132;p3"/>
          <p:cNvSpPr txBox="1"/>
          <p:nvPr/>
        </p:nvSpPr>
        <p:spPr>
          <a:xfrm>
            <a:off x="695458" y="-3"/>
            <a:ext cx="11496541" cy="798491"/>
          </a:xfrm>
          <a:prstGeom prst="rect">
            <a:avLst/>
          </a:prstGeom>
          <a:noFill/>
          <a:ln w="34925" cap="flat" cmpd="sng">
            <a:solidFill>
              <a:schemeClr val="dk1"/>
            </a:solidFill>
            <a:prstDash val="solid"/>
            <a:round/>
            <a:headEnd type="none" w="sm" len="sm"/>
            <a:tailEnd type="none" w="sm" len="sm"/>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chemeClr val="dk1"/>
              </a:buClr>
              <a:buSzPts val="3600"/>
              <a:buFont typeface="Constantia"/>
              <a:buNone/>
            </a:pPr>
            <a:r>
              <a:rPr lang="en-US" sz="3600" b="1" cap="small">
                <a:solidFill>
                  <a:schemeClr val="dk1"/>
                </a:solidFill>
                <a:latin typeface="Constantia"/>
                <a:ea typeface="Constantia"/>
                <a:cs typeface="Constantia"/>
                <a:sym typeface="Constantia"/>
              </a:rPr>
              <a:t>Program execution</a:t>
            </a:r>
            <a:endParaRP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4"/>
          <p:cNvSpPr txBox="1">
            <a:spLocks noGrp="1"/>
          </p:cNvSpPr>
          <p:nvPr>
            <p:ph type="title"/>
          </p:nvPr>
        </p:nvSpPr>
        <p:spPr>
          <a:xfrm>
            <a:off x="1177149" y="2093510"/>
            <a:ext cx="9612971" cy="2852737"/>
          </a:xfrm>
          <a:prstGeom prst="rect">
            <a:avLst/>
          </a:prstGeom>
          <a:noFill/>
          <a:ln>
            <a:noFill/>
          </a:ln>
        </p:spPr>
        <p:txBody>
          <a:bodyPr spcFirstLastPara="1" wrap="square" lIns="91425" tIns="45700" rIns="91425" bIns="45700" anchor="b" anchorCtr="0">
            <a:noAutofit/>
          </a:bodyPr>
          <a:lstStyle/>
          <a:p>
            <a:pPr marL="0" lvl="0" indent="0" algn="r" rtl="0">
              <a:lnSpc>
                <a:spcPct val="89000"/>
              </a:lnSpc>
              <a:spcBef>
                <a:spcPts val="0"/>
              </a:spcBef>
              <a:spcAft>
                <a:spcPts val="0"/>
              </a:spcAft>
              <a:buClr>
                <a:schemeClr val="lt2"/>
              </a:buClr>
              <a:buSzPts val="8000"/>
              <a:buFont typeface="Times New Roman"/>
              <a:buNone/>
            </a:pPr>
            <a:r>
              <a:rPr lang="en-US" sz="8000" b="1" cap="small">
                <a:latin typeface="Times New Roman"/>
                <a:ea typeface="Times New Roman"/>
                <a:cs typeface="Times New Roman"/>
                <a:sym typeface="Times New Roman"/>
              </a:rPr>
              <a:t>Language processor</a:t>
            </a:r>
            <a:endParaRPr/>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5"/>
          <p:cNvSpPr txBox="1">
            <a:spLocks noGrp="1"/>
          </p:cNvSpPr>
          <p:nvPr>
            <p:ph type="body" idx="1"/>
          </p:nvPr>
        </p:nvSpPr>
        <p:spPr>
          <a:xfrm>
            <a:off x="914401" y="1131829"/>
            <a:ext cx="10752082" cy="4509117"/>
          </a:xfrm>
          <a:prstGeom prst="rect">
            <a:avLst/>
          </a:prstGeom>
          <a:noFill/>
          <a:ln>
            <a:noFill/>
          </a:ln>
        </p:spPr>
        <p:txBody>
          <a:bodyPr spcFirstLastPara="1" wrap="square" lIns="91425" tIns="45700" rIns="91425" bIns="45700" anchor="t" anchorCtr="0">
            <a:noAutofit/>
          </a:bodyPr>
          <a:lstStyle/>
          <a:p>
            <a:pPr marL="384048" lvl="0" indent="-384048" algn="l" rtl="0">
              <a:lnSpc>
                <a:spcPct val="94000"/>
              </a:lnSpc>
              <a:spcBef>
                <a:spcPts val="0"/>
              </a:spcBef>
              <a:spcAft>
                <a:spcPts val="0"/>
              </a:spcAft>
              <a:buClr>
                <a:schemeClr val="dk2"/>
              </a:buClr>
              <a:buSzPts val="2800"/>
              <a:buChar char="■"/>
            </a:pPr>
            <a:r>
              <a:rPr lang="en-US" sz="2800">
                <a:latin typeface="Times New Roman"/>
                <a:ea typeface="Times New Roman"/>
                <a:cs typeface="Times New Roman"/>
                <a:sym typeface="Times New Roman"/>
              </a:rPr>
              <a:t>Computer only understands machine language.</a:t>
            </a:r>
            <a:endParaRPr/>
          </a:p>
          <a:p>
            <a:pPr marL="384048" lvl="0" indent="-384048" algn="l" rtl="0">
              <a:lnSpc>
                <a:spcPct val="94000"/>
              </a:lnSpc>
              <a:spcBef>
                <a:spcPts val="1200"/>
              </a:spcBef>
              <a:spcAft>
                <a:spcPts val="0"/>
              </a:spcAft>
              <a:buClr>
                <a:schemeClr val="dk2"/>
              </a:buClr>
              <a:buSzPts val="2800"/>
              <a:buChar char="■"/>
            </a:pPr>
            <a:r>
              <a:rPr lang="en-US" sz="2800">
                <a:latin typeface="Times New Roman"/>
                <a:ea typeface="Times New Roman"/>
                <a:cs typeface="Times New Roman"/>
                <a:sym typeface="Times New Roman"/>
              </a:rPr>
              <a:t>Language processor or translator is a software that converts these programs into machine language.</a:t>
            </a:r>
            <a:endParaRPr/>
          </a:p>
          <a:p>
            <a:pPr marL="384048" lvl="0" indent="-384048" algn="l" rtl="0">
              <a:lnSpc>
                <a:spcPct val="94000"/>
              </a:lnSpc>
              <a:spcBef>
                <a:spcPts val="1200"/>
              </a:spcBef>
              <a:spcAft>
                <a:spcPts val="0"/>
              </a:spcAft>
              <a:buClr>
                <a:schemeClr val="dk2"/>
              </a:buClr>
              <a:buSzPts val="2800"/>
              <a:buNone/>
            </a:pPr>
            <a:r>
              <a:rPr lang="en-US" sz="2800">
                <a:latin typeface="Times New Roman"/>
                <a:ea typeface="Times New Roman"/>
                <a:cs typeface="Times New Roman"/>
                <a:sym typeface="Times New Roman"/>
              </a:rPr>
              <a:t>Different types of language processors are as follows:</a:t>
            </a:r>
            <a:endParaRPr/>
          </a:p>
          <a:p>
            <a:pPr marL="514350" lvl="0" indent="-514350" algn="l" rtl="0">
              <a:lnSpc>
                <a:spcPct val="94000"/>
              </a:lnSpc>
              <a:spcBef>
                <a:spcPts val="1200"/>
              </a:spcBef>
              <a:spcAft>
                <a:spcPts val="0"/>
              </a:spcAft>
              <a:buClr>
                <a:schemeClr val="dk2"/>
              </a:buClr>
              <a:buSzPts val="2800"/>
              <a:buFont typeface="Libre Franklin"/>
              <a:buAutoNum type="arabicPeriod"/>
            </a:pPr>
            <a:r>
              <a:rPr lang="en-US" sz="2800" b="1">
                <a:latin typeface="Times New Roman"/>
                <a:ea typeface="Times New Roman"/>
                <a:cs typeface="Times New Roman"/>
                <a:sym typeface="Times New Roman"/>
              </a:rPr>
              <a:t>Compiler </a:t>
            </a:r>
            <a:endParaRPr/>
          </a:p>
          <a:p>
            <a:pPr marL="514350" lvl="0" indent="-514350" algn="l" rtl="0">
              <a:lnSpc>
                <a:spcPct val="94000"/>
              </a:lnSpc>
              <a:spcBef>
                <a:spcPts val="1200"/>
              </a:spcBef>
              <a:spcAft>
                <a:spcPts val="0"/>
              </a:spcAft>
              <a:buClr>
                <a:schemeClr val="dk2"/>
              </a:buClr>
              <a:buSzPts val="2800"/>
              <a:buFont typeface="Libre Franklin"/>
              <a:buAutoNum type="arabicPeriod"/>
            </a:pPr>
            <a:r>
              <a:rPr lang="en-US" sz="2800" b="1">
                <a:latin typeface="Times New Roman"/>
                <a:ea typeface="Times New Roman"/>
                <a:cs typeface="Times New Roman"/>
                <a:sym typeface="Times New Roman"/>
              </a:rPr>
              <a:t>Interpreter</a:t>
            </a:r>
            <a:endParaRPr/>
          </a:p>
          <a:p>
            <a:pPr marL="514350" lvl="0" indent="-514350" algn="l" rtl="0">
              <a:lnSpc>
                <a:spcPct val="94000"/>
              </a:lnSpc>
              <a:spcBef>
                <a:spcPts val="1200"/>
              </a:spcBef>
              <a:spcAft>
                <a:spcPts val="0"/>
              </a:spcAft>
              <a:buClr>
                <a:schemeClr val="dk2"/>
              </a:buClr>
              <a:buSzPts val="2800"/>
              <a:buFont typeface="Libre Franklin"/>
              <a:buAutoNum type="arabicPeriod"/>
            </a:pPr>
            <a:r>
              <a:rPr lang="en-US" sz="2800" b="1">
                <a:latin typeface="Times New Roman"/>
                <a:ea typeface="Times New Roman"/>
                <a:cs typeface="Times New Roman"/>
                <a:sym typeface="Times New Roman"/>
              </a:rPr>
              <a:t>Assembler</a:t>
            </a:r>
            <a:endParaRPr/>
          </a:p>
        </p:txBody>
      </p:sp>
      <p:sp>
        <p:nvSpPr>
          <p:cNvPr id="145" name="Google Shape;145;p5"/>
          <p:cNvSpPr txBox="1"/>
          <p:nvPr/>
        </p:nvSpPr>
        <p:spPr>
          <a:xfrm>
            <a:off x="695458" y="-3"/>
            <a:ext cx="11496541" cy="798491"/>
          </a:xfrm>
          <a:prstGeom prst="rect">
            <a:avLst/>
          </a:prstGeom>
          <a:noFill/>
          <a:ln w="34925" cap="flat" cmpd="sng">
            <a:solidFill>
              <a:schemeClr val="dk1"/>
            </a:solidFill>
            <a:prstDash val="solid"/>
            <a:round/>
            <a:headEnd type="none" w="sm" len="sm"/>
            <a:tailEnd type="none" w="sm" len="sm"/>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chemeClr val="dk1"/>
              </a:buClr>
              <a:buSzPts val="3600"/>
              <a:buFont typeface="Libre Franklin"/>
              <a:buNone/>
            </a:pPr>
            <a:r>
              <a:rPr lang="en-US" sz="3600" b="1" cap="small">
                <a:solidFill>
                  <a:schemeClr val="dk1"/>
                </a:solidFill>
                <a:latin typeface="Constantia"/>
                <a:ea typeface="Constantia"/>
                <a:cs typeface="Constantia"/>
                <a:sym typeface="Constantia"/>
              </a:rPr>
              <a:t>Language Processor</a:t>
            </a:r>
            <a:endParaRPr sz="3600" b="1" cap="small">
              <a:solidFill>
                <a:schemeClr val="dk1"/>
              </a:solidFill>
              <a:latin typeface="Constantia"/>
              <a:ea typeface="Constantia"/>
              <a:cs typeface="Constantia"/>
              <a:sym typeface="Constantia"/>
            </a:endParaRPr>
          </a:p>
        </p:txBody>
      </p: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6"/>
          <p:cNvSpPr txBox="1">
            <a:spLocks noGrp="1"/>
          </p:cNvSpPr>
          <p:nvPr>
            <p:ph type="body" idx="1"/>
          </p:nvPr>
        </p:nvSpPr>
        <p:spPr>
          <a:xfrm>
            <a:off x="914401" y="1131829"/>
            <a:ext cx="10752082" cy="4509117"/>
          </a:xfrm>
          <a:prstGeom prst="rect">
            <a:avLst/>
          </a:prstGeom>
          <a:noFill/>
          <a:ln>
            <a:noFill/>
          </a:ln>
        </p:spPr>
        <p:txBody>
          <a:bodyPr spcFirstLastPara="1" wrap="square" lIns="91425" tIns="45700" rIns="91425" bIns="45700" anchor="t" anchorCtr="0">
            <a:noAutofit/>
          </a:bodyPr>
          <a:lstStyle/>
          <a:p>
            <a:pPr marL="384048" lvl="0" indent="-384048" algn="l" rtl="0">
              <a:lnSpc>
                <a:spcPct val="94000"/>
              </a:lnSpc>
              <a:spcBef>
                <a:spcPts val="0"/>
              </a:spcBef>
              <a:spcAft>
                <a:spcPts val="0"/>
              </a:spcAft>
              <a:buClr>
                <a:schemeClr val="dk2"/>
              </a:buClr>
              <a:buSzPts val="2800"/>
              <a:buChar char="■"/>
            </a:pPr>
            <a:r>
              <a:rPr lang="en-US" sz="2800">
                <a:latin typeface="Times New Roman"/>
                <a:ea typeface="Times New Roman"/>
                <a:cs typeface="Times New Roman"/>
                <a:sym typeface="Times New Roman"/>
              </a:rPr>
              <a:t>A compiler is a program that converts the instruction of a high-level language into machine language as a whole.</a:t>
            </a:r>
            <a:endParaRPr/>
          </a:p>
          <a:p>
            <a:pPr marL="384048" lvl="0" indent="-384048" algn="l" rtl="0">
              <a:lnSpc>
                <a:spcPct val="94000"/>
              </a:lnSpc>
              <a:spcBef>
                <a:spcPts val="1200"/>
              </a:spcBef>
              <a:spcAft>
                <a:spcPts val="0"/>
              </a:spcAft>
              <a:buClr>
                <a:schemeClr val="dk2"/>
              </a:buClr>
              <a:buSzPts val="2800"/>
              <a:buChar char="■"/>
            </a:pPr>
            <a:r>
              <a:rPr lang="en-US" sz="2800">
                <a:latin typeface="Times New Roman"/>
                <a:ea typeface="Times New Roman"/>
                <a:cs typeface="Times New Roman"/>
                <a:sym typeface="Times New Roman"/>
              </a:rPr>
              <a:t>Compiler also checks syntax errors in the program.</a:t>
            </a:r>
            <a:endParaRPr/>
          </a:p>
          <a:p>
            <a:pPr marL="384048" lvl="0" indent="-384048" algn="l" rtl="0">
              <a:lnSpc>
                <a:spcPct val="94000"/>
              </a:lnSpc>
              <a:spcBef>
                <a:spcPts val="1200"/>
              </a:spcBef>
              <a:spcAft>
                <a:spcPts val="0"/>
              </a:spcAft>
              <a:buClr>
                <a:schemeClr val="dk2"/>
              </a:buClr>
              <a:buSzPts val="2800"/>
              <a:buNone/>
            </a:pPr>
            <a:endParaRPr sz="2800">
              <a:latin typeface="Times New Roman"/>
              <a:ea typeface="Times New Roman"/>
              <a:cs typeface="Times New Roman"/>
              <a:sym typeface="Times New Roman"/>
            </a:endParaRPr>
          </a:p>
          <a:p>
            <a:pPr marL="384048" lvl="0" indent="-384048" algn="l" rtl="0">
              <a:lnSpc>
                <a:spcPct val="94000"/>
              </a:lnSpc>
              <a:spcBef>
                <a:spcPts val="1200"/>
              </a:spcBef>
              <a:spcAft>
                <a:spcPts val="0"/>
              </a:spcAft>
              <a:buClr>
                <a:schemeClr val="dk2"/>
              </a:buClr>
              <a:buSzPts val="2800"/>
              <a:buNone/>
            </a:pPr>
            <a:r>
              <a:rPr lang="en-US" sz="2800">
                <a:latin typeface="Times New Roman"/>
                <a:ea typeface="Times New Roman"/>
                <a:cs typeface="Times New Roman"/>
                <a:sym typeface="Times New Roman"/>
              </a:rPr>
              <a:t> </a:t>
            </a:r>
            <a:endParaRPr/>
          </a:p>
        </p:txBody>
      </p:sp>
      <p:sp>
        <p:nvSpPr>
          <p:cNvPr id="153" name="Google Shape;153;p6"/>
          <p:cNvSpPr txBox="1"/>
          <p:nvPr/>
        </p:nvSpPr>
        <p:spPr>
          <a:xfrm>
            <a:off x="695458" y="-3"/>
            <a:ext cx="11496541" cy="798491"/>
          </a:xfrm>
          <a:prstGeom prst="rect">
            <a:avLst/>
          </a:prstGeom>
          <a:noFill/>
          <a:ln w="34925" cap="flat" cmpd="sng">
            <a:solidFill>
              <a:schemeClr val="dk1"/>
            </a:solidFill>
            <a:prstDash val="solid"/>
            <a:round/>
            <a:headEnd type="none" w="sm" len="sm"/>
            <a:tailEnd type="none" w="sm" len="sm"/>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chemeClr val="dk1"/>
              </a:buClr>
              <a:buSzPts val="3600"/>
              <a:buFont typeface="Constantia"/>
              <a:buNone/>
            </a:pPr>
            <a:r>
              <a:rPr lang="en-US" sz="3600" b="1" cap="small">
                <a:solidFill>
                  <a:schemeClr val="dk1"/>
                </a:solidFill>
                <a:latin typeface="Constantia"/>
                <a:ea typeface="Constantia"/>
                <a:cs typeface="Constantia"/>
                <a:sym typeface="Constantia"/>
              </a:rPr>
              <a:t>compiler</a:t>
            </a:r>
            <a:endParaRPr/>
          </a:p>
        </p:txBody>
      </p:sp>
      <p:pic>
        <p:nvPicPr>
          <p:cNvPr id="154" name="Google Shape;154;p6"/>
          <p:cNvPicPr preferRelativeResize="0"/>
          <p:nvPr/>
        </p:nvPicPr>
        <p:blipFill rotWithShape="1">
          <a:blip r:embed="rId3">
            <a:alphaModFix/>
          </a:blip>
          <a:srcRect/>
          <a:stretch/>
        </p:blipFill>
        <p:spPr>
          <a:xfrm>
            <a:off x="2490652" y="3185160"/>
            <a:ext cx="7031038" cy="2457450"/>
          </a:xfrm>
          <a:prstGeom prst="rect">
            <a:avLst/>
          </a:prstGeom>
          <a:noFill/>
          <a:ln>
            <a:noFill/>
          </a:ln>
        </p:spPr>
      </p:pic>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7"/>
          <p:cNvSpPr txBox="1">
            <a:spLocks noGrp="1"/>
          </p:cNvSpPr>
          <p:nvPr>
            <p:ph type="body" idx="1"/>
          </p:nvPr>
        </p:nvSpPr>
        <p:spPr>
          <a:xfrm>
            <a:off x="914401" y="1131829"/>
            <a:ext cx="10752082" cy="4509117"/>
          </a:xfrm>
          <a:prstGeom prst="rect">
            <a:avLst/>
          </a:prstGeom>
          <a:noFill/>
          <a:ln>
            <a:noFill/>
          </a:ln>
        </p:spPr>
        <p:txBody>
          <a:bodyPr spcFirstLastPara="1" wrap="square" lIns="91425" tIns="45700" rIns="91425" bIns="45700" anchor="t" anchorCtr="0">
            <a:noAutofit/>
          </a:bodyPr>
          <a:lstStyle/>
          <a:p>
            <a:pPr marL="384048" lvl="0" indent="-384048" algn="l" rtl="0">
              <a:lnSpc>
                <a:spcPct val="94000"/>
              </a:lnSpc>
              <a:spcBef>
                <a:spcPts val="0"/>
              </a:spcBef>
              <a:spcAft>
                <a:spcPts val="0"/>
              </a:spcAft>
              <a:buClr>
                <a:schemeClr val="dk2"/>
              </a:buClr>
              <a:buSzPts val="2800"/>
              <a:buChar char="■"/>
            </a:pPr>
            <a:r>
              <a:rPr lang="en-US" sz="2800">
                <a:latin typeface="Times New Roman"/>
                <a:ea typeface="Times New Roman"/>
                <a:cs typeface="Times New Roman"/>
                <a:sym typeface="Times New Roman"/>
              </a:rPr>
              <a:t>An interpreter is a program that converts one statement of a program at one time.</a:t>
            </a:r>
            <a:endParaRPr/>
          </a:p>
          <a:p>
            <a:pPr marL="384048" lvl="0" indent="-384048" algn="l" rtl="0">
              <a:lnSpc>
                <a:spcPct val="94000"/>
              </a:lnSpc>
              <a:spcBef>
                <a:spcPts val="1200"/>
              </a:spcBef>
              <a:spcAft>
                <a:spcPts val="0"/>
              </a:spcAft>
              <a:buClr>
                <a:schemeClr val="dk2"/>
              </a:buClr>
              <a:buSzPts val="2800"/>
              <a:buChar char="■"/>
            </a:pPr>
            <a:r>
              <a:rPr lang="en-US" sz="2800">
                <a:latin typeface="Times New Roman"/>
                <a:ea typeface="Times New Roman"/>
                <a:cs typeface="Times New Roman"/>
                <a:sym typeface="Times New Roman"/>
              </a:rPr>
              <a:t>If there is an error in the statements, the interpreter stops working and displays an error message.</a:t>
            </a:r>
            <a:endParaRPr/>
          </a:p>
          <a:p>
            <a:pPr marL="384048" lvl="0" indent="-384048" algn="l" rtl="0">
              <a:lnSpc>
                <a:spcPct val="94000"/>
              </a:lnSpc>
              <a:spcBef>
                <a:spcPts val="1200"/>
              </a:spcBef>
              <a:spcAft>
                <a:spcPts val="0"/>
              </a:spcAft>
              <a:buClr>
                <a:schemeClr val="dk2"/>
              </a:buClr>
              <a:buSzPts val="2800"/>
              <a:buChar char="■"/>
            </a:pPr>
            <a:r>
              <a:rPr lang="en-US" sz="2800">
                <a:latin typeface="Times New Roman"/>
                <a:ea typeface="Times New Roman"/>
                <a:cs typeface="Times New Roman"/>
                <a:sym typeface="Times New Roman"/>
              </a:rPr>
              <a:t>The interpreter does not produce an object program. </a:t>
            </a:r>
            <a:endParaRPr/>
          </a:p>
          <a:p>
            <a:pPr marL="384048" lvl="0" indent="-206248" algn="l" rtl="0">
              <a:lnSpc>
                <a:spcPct val="94000"/>
              </a:lnSpc>
              <a:spcBef>
                <a:spcPts val="1200"/>
              </a:spcBef>
              <a:spcAft>
                <a:spcPts val="0"/>
              </a:spcAft>
              <a:buClr>
                <a:schemeClr val="dk2"/>
              </a:buClr>
              <a:buSzPts val="2800"/>
              <a:buNone/>
            </a:pPr>
            <a:endParaRPr sz="2800">
              <a:latin typeface="Times New Roman"/>
              <a:ea typeface="Times New Roman"/>
              <a:cs typeface="Times New Roman"/>
              <a:sym typeface="Times New Roman"/>
            </a:endParaRPr>
          </a:p>
          <a:p>
            <a:pPr marL="384048" lvl="0" indent="-384048" algn="l" rtl="0">
              <a:lnSpc>
                <a:spcPct val="94000"/>
              </a:lnSpc>
              <a:spcBef>
                <a:spcPts val="1200"/>
              </a:spcBef>
              <a:spcAft>
                <a:spcPts val="0"/>
              </a:spcAft>
              <a:buClr>
                <a:schemeClr val="dk2"/>
              </a:buClr>
              <a:buSzPts val="2800"/>
              <a:buNone/>
            </a:pPr>
            <a:endParaRPr sz="2800">
              <a:latin typeface="Times New Roman"/>
              <a:ea typeface="Times New Roman"/>
              <a:cs typeface="Times New Roman"/>
              <a:sym typeface="Times New Roman"/>
            </a:endParaRPr>
          </a:p>
          <a:p>
            <a:pPr marL="384048" lvl="0" indent="-384048" algn="l" rtl="0">
              <a:lnSpc>
                <a:spcPct val="94000"/>
              </a:lnSpc>
              <a:spcBef>
                <a:spcPts val="1200"/>
              </a:spcBef>
              <a:spcAft>
                <a:spcPts val="0"/>
              </a:spcAft>
              <a:buClr>
                <a:schemeClr val="dk2"/>
              </a:buClr>
              <a:buSzPts val="2800"/>
              <a:buNone/>
            </a:pPr>
            <a:r>
              <a:rPr lang="en-US" sz="2800">
                <a:latin typeface="Times New Roman"/>
                <a:ea typeface="Times New Roman"/>
                <a:cs typeface="Times New Roman"/>
                <a:sym typeface="Times New Roman"/>
              </a:rPr>
              <a:t> </a:t>
            </a:r>
            <a:endParaRPr/>
          </a:p>
        </p:txBody>
      </p:sp>
      <p:sp>
        <p:nvSpPr>
          <p:cNvPr id="162" name="Google Shape;162;p7"/>
          <p:cNvSpPr txBox="1"/>
          <p:nvPr/>
        </p:nvSpPr>
        <p:spPr>
          <a:xfrm>
            <a:off x="695458" y="-3"/>
            <a:ext cx="11496541" cy="798491"/>
          </a:xfrm>
          <a:prstGeom prst="rect">
            <a:avLst/>
          </a:prstGeom>
          <a:noFill/>
          <a:ln w="34925" cap="flat" cmpd="sng">
            <a:solidFill>
              <a:schemeClr val="dk1"/>
            </a:solidFill>
            <a:prstDash val="solid"/>
            <a:round/>
            <a:headEnd type="none" w="sm" len="sm"/>
            <a:tailEnd type="none" w="sm" len="sm"/>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chemeClr val="dk1"/>
              </a:buClr>
              <a:buSzPts val="3600"/>
              <a:buFont typeface="Constantia"/>
              <a:buNone/>
            </a:pPr>
            <a:r>
              <a:rPr lang="en-US" sz="3600" b="1" cap="small">
                <a:solidFill>
                  <a:schemeClr val="dk1"/>
                </a:solidFill>
                <a:latin typeface="Constantia"/>
                <a:ea typeface="Constantia"/>
                <a:cs typeface="Constantia"/>
                <a:sym typeface="Constantia"/>
              </a:rPr>
              <a:t>interpreter</a:t>
            </a:r>
            <a:endParaRPr/>
          </a:p>
        </p:txBody>
      </p:sp>
      <p:pic>
        <p:nvPicPr>
          <p:cNvPr id="163" name="Google Shape;163;p7"/>
          <p:cNvPicPr preferRelativeResize="0"/>
          <p:nvPr/>
        </p:nvPicPr>
        <p:blipFill rotWithShape="1">
          <a:blip r:embed="rId3">
            <a:alphaModFix/>
          </a:blip>
          <a:srcRect/>
          <a:stretch/>
        </p:blipFill>
        <p:spPr>
          <a:xfrm>
            <a:off x="2528471" y="3769254"/>
            <a:ext cx="7810780" cy="2333625"/>
          </a:xfrm>
          <a:prstGeom prst="rect">
            <a:avLst/>
          </a:prstGeom>
          <a:noFill/>
          <a:ln>
            <a:noFill/>
          </a:ln>
        </p:spPr>
      </p:pic>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8"/>
          <p:cNvSpPr txBox="1">
            <a:spLocks noGrp="1"/>
          </p:cNvSpPr>
          <p:nvPr>
            <p:ph type="body" idx="1"/>
          </p:nvPr>
        </p:nvSpPr>
        <p:spPr>
          <a:xfrm>
            <a:off x="914401" y="1131829"/>
            <a:ext cx="10752082" cy="4509117"/>
          </a:xfrm>
          <a:prstGeom prst="rect">
            <a:avLst/>
          </a:prstGeom>
          <a:noFill/>
          <a:ln>
            <a:noFill/>
          </a:ln>
        </p:spPr>
        <p:txBody>
          <a:bodyPr spcFirstLastPara="1" wrap="square" lIns="91425" tIns="45700" rIns="91425" bIns="45700" anchor="t" anchorCtr="0">
            <a:noAutofit/>
          </a:bodyPr>
          <a:lstStyle/>
          <a:p>
            <a:pPr marL="384048" lvl="0" indent="-384048" algn="l" rtl="0">
              <a:lnSpc>
                <a:spcPct val="94000"/>
              </a:lnSpc>
              <a:spcBef>
                <a:spcPts val="0"/>
              </a:spcBef>
              <a:spcAft>
                <a:spcPts val="0"/>
              </a:spcAft>
              <a:buClr>
                <a:schemeClr val="dk2"/>
              </a:buClr>
              <a:buSzPts val="2800"/>
              <a:buChar char="■"/>
            </a:pPr>
            <a:r>
              <a:rPr lang="en-US" sz="2800">
                <a:latin typeface="Times New Roman"/>
                <a:ea typeface="Times New Roman"/>
                <a:cs typeface="Times New Roman"/>
                <a:sym typeface="Times New Roman"/>
              </a:rPr>
              <a:t>An assembler is translating program that translates the instruction of an assembly language into machine language.</a:t>
            </a:r>
            <a:endParaRPr/>
          </a:p>
          <a:p>
            <a:pPr marL="384048" lvl="0" indent="-206248" algn="l" rtl="0">
              <a:lnSpc>
                <a:spcPct val="94000"/>
              </a:lnSpc>
              <a:spcBef>
                <a:spcPts val="1200"/>
              </a:spcBef>
              <a:spcAft>
                <a:spcPts val="0"/>
              </a:spcAft>
              <a:buClr>
                <a:schemeClr val="dk2"/>
              </a:buClr>
              <a:buSzPts val="2800"/>
              <a:buNone/>
            </a:pPr>
            <a:endParaRPr sz="2800">
              <a:latin typeface="Times New Roman"/>
              <a:ea typeface="Times New Roman"/>
              <a:cs typeface="Times New Roman"/>
              <a:sym typeface="Times New Roman"/>
            </a:endParaRPr>
          </a:p>
          <a:p>
            <a:pPr marL="384048" lvl="0" indent="-384048" algn="l" rtl="0">
              <a:lnSpc>
                <a:spcPct val="94000"/>
              </a:lnSpc>
              <a:spcBef>
                <a:spcPts val="1200"/>
              </a:spcBef>
              <a:spcAft>
                <a:spcPts val="0"/>
              </a:spcAft>
              <a:buClr>
                <a:schemeClr val="dk2"/>
              </a:buClr>
              <a:buSzPts val="2800"/>
              <a:buNone/>
            </a:pPr>
            <a:endParaRPr sz="2800">
              <a:latin typeface="Times New Roman"/>
              <a:ea typeface="Times New Roman"/>
              <a:cs typeface="Times New Roman"/>
              <a:sym typeface="Times New Roman"/>
            </a:endParaRPr>
          </a:p>
          <a:p>
            <a:pPr marL="384048" lvl="0" indent="-384048" algn="l" rtl="0">
              <a:lnSpc>
                <a:spcPct val="94000"/>
              </a:lnSpc>
              <a:spcBef>
                <a:spcPts val="1200"/>
              </a:spcBef>
              <a:spcAft>
                <a:spcPts val="0"/>
              </a:spcAft>
              <a:buClr>
                <a:schemeClr val="dk2"/>
              </a:buClr>
              <a:buSzPts val="2800"/>
              <a:buNone/>
            </a:pPr>
            <a:r>
              <a:rPr lang="en-US" sz="2800">
                <a:latin typeface="Times New Roman"/>
                <a:ea typeface="Times New Roman"/>
                <a:cs typeface="Times New Roman"/>
                <a:sym typeface="Times New Roman"/>
              </a:rPr>
              <a:t> </a:t>
            </a:r>
            <a:endParaRPr/>
          </a:p>
        </p:txBody>
      </p:sp>
      <p:sp>
        <p:nvSpPr>
          <p:cNvPr id="171" name="Google Shape;171;p8"/>
          <p:cNvSpPr txBox="1"/>
          <p:nvPr/>
        </p:nvSpPr>
        <p:spPr>
          <a:xfrm>
            <a:off x="695458" y="-3"/>
            <a:ext cx="11496541" cy="798491"/>
          </a:xfrm>
          <a:prstGeom prst="rect">
            <a:avLst/>
          </a:prstGeom>
          <a:noFill/>
          <a:ln w="34925" cap="flat" cmpd="sng">
            <a:solidFill>
              <a:schemeClr val="dk1"/>
            </a:solidFill>
            <a:prstDash val="solid"/>
            <a:round/>
            <a:headEnd type="none" w="sm" len="sm"/>
            <a:tailEnd type="none" w="sm" len="sm"/>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chemeClr val="dk1"/>
              </a:buClr>
              <a:buSzPts val="3600"/>
              <a:buFont typeface="Constantia"/>
              <a:buNone/>
            </a:pPr>
            <a:r>
              <a:rPr lang="en-US" sz="3600" b="1" cap="small">
                <a:solidFill>
                  <a:schemeClr val="dk1"/>
                </a:solidFill>
                <a:latin typeface="Constantia"/>
                <a:ea typeface="Constantia"/>
                <a:cs typeface="Constantia"/>
                <a:sym typeface="Constantia"/>
              </a:rPr>
              <a:t>Assembler</a:t>
            </a:r>
            <a:endParaRPr/>
          </a:p>
        </p:txBody>
      </p:sp>
      <p:pic>
        <p:nvPicPr>
          <p:cNvPr id="172" name="Google Shape;172;p8"/>
          <p:cNvPicPr preferRelativeResize="0"/>
          <p:nvPr/>
        </p:nvPicPr>
        <p:blipFill rotWithShape="1">
          <a:blip r:embed="rId3">
            <a:alphaModFix/>
          </a:blip>
          <a:srcRect/>
          <a:stretch/>
        </p:blipFill>
        <p:spPr>
          <a:xfrm>
            <a:off x="2214155" y="2853898"/>
            <a:ext cx="7979541" cy="2094963"/>
          </a:xfrm>
          <a:prstGeom prst="rect">
            <a:avLst/>
          </a:prstGeom>
          <a:noFill/>
          <a:ln>
            <a:noFill/>
          </a:ln>
        </p:spPr>
      </p:pic>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9"/>
          <p:cNvSpPr txBox="1">
            <a:spLocks noGrp="1"/>
          </p:cNvSpPr>
          <p:nvPr>
            <p:ph type="body" idx="1"/>
          </p:nvPr>
        </p:nvSpPr>
        <p:spPr>
          <a:xfrm>
            <a:off x="914401" y="1131829"/>
            <a:ext cx="10752082" cy="4509117"/>
          </a:xfrm>
          <a:prstGeom prst="rect">
            <a:avLst/>
          </a:prstGeom>
          <a:noFill/>
          <a:ln>
            <a:noFill/>
          </a:ln>
        </p:spPr>
        <p:txBody>
          <a:bodyPr spcFirstLastPara="1" wrap="square" lIns="91425" tIns="45700" rIns="91425" bIns="45700" anchor="t" anchorCtr="0">
            <a:noAutofit/>
          </a:bodyPr>
          <a:lstStyle/>
          <a:p>
            <a:pPr marL="384048" lvl="0" indent="-384048" algn="l" rtl="0">
              <a:lnSpc>
                <a:spcPct val="85714"/>
              </a:lnSpc>
              <a:spcBef>
                <a:spcPts val="0"/>
              </a:spcBef>
              <a:spcAft>
                <a:spcPts val="0"/>
              </a:spcAft>
              <a:buClr>
                <a:srgbClr val="333333"/>
              </a:buClr>
              <a:buSzPts val="2800"/>
              <a:buChar char="■"/>
            </a:pPr>
            <a:r>
              <a:rPr lang="en-US" sz="2800">
                <a:solidFill>
                  <a:srgbClr val="333333"/>
                </a:solidFill>
                <a:latin typeface="Times New Roman"/>
                <a:ea typeface="Times New Roman"/>
                <a:cs typeface="Times New Roman"/>
                <a:sym typeface="Times New Roman"/>
              </a:rPr>
              <a:t>Each</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source</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program</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file</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can</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be</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independently modified</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and</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compiled</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to</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create</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a</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corresponding object</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program</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file</a:t>
            </a:r>
            <a:endParaRPr/>
          </a:p>
          <a:p>
            <a:pPr marL="384048" lvl="0" indent="-384048" algn="l" rtl="0">
              <a:lnSpc>
                <a:spcPct val="117857"/>
              </a:lnSpc>
              <a:spcBef>
                <a:spcPts val="1200"/>
              </a:spcBef>
              <a:spcAft>
                <a:spcPts val="0"/>
              </a:spcAft>
              <a:buClr>
                <a:srgbClr val="333333"/>
              </a:buClr>
              <a:buSzPts val="2800"/>
              <a:buChar char="■"/>
            </a:pPr>
            <a:r>
              <a:rPr lang="en-US" sz="2800">
                <a:solidFill>
                  <a:srgbClr val="333333"/>
                </a:solidFill>
                <a:latin typeface="Times New Roman"/>
                <a:ea typeface="Times New Roman"/>
                <a:cs typeface="Times New Roman"/>
                <a:sym typeface="Times New Roman"/>
              </a:rPr>
              <a:t>Linker</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program</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(software)</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is</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used</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to</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properly combine</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all</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the</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object</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program</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files</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(modules)</a:t>
            </a:r>
            <a:endParaRPr/>
          </a:p>
          <a:p>
            <a:pPr marL="384048" lvl="0" indent="-384048" algn="l" rtl="0">
              <a:lnSpc>
                <a:spcPct val="117857"/>
              </a:lnSpc>
              <a:spcBef>
                <a:spcPts val="1200"/>
              </a:spcBef>
              <a:spcAft>
                <a:spcPts val="0"/>
              </a:spcAft>
              <a:buClr>
                <a:srgbClr val="333333"/>
              </a:buClr>
              <a:buSzPts val="2800"/>
              <a:buChar char="■"/>
            </a:pPr>
            <a:r>
              <a:rPr lang="en-US" sz="2800">
                <a:solidFill>
                  <a:srgbClr val="333333"/>
                </a:solidFill>
                <a:latin typeface="Times New Roman"/>
                <a:ea typeface="Times New Roman"/>
                <a:cs typeface="Times New Roman"/>
                <a:sym typeface="Times New Roman"/>
              </a:rPr>
              <a:t>Creates</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the</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final</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executable</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program</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(load</a:t>
            </a:r>
            <a:r>
              <a:rPr lang="en-US" sz="2800">
                <a:latin typeface="Times New Roman"/>
                <a:ea typeface="Times New Roman"/>
                <a:cs typeface="Times New Roman"/>
                <a:sym typeface="Times New Roman"/>
              </a:rPr>
              <a:t> </a:t>
            </a:r>
            <a:r>
              <a:rPr lang="en-US" sz="2800">
                <a:solidFill>
                  <a:srgbClr val="333333"/>
                </a:solidFill>
                <a:latin typeface="Times New Roman"/>
                <a:ea typeface="Times New Roman"/>
                <a:cs typeface="Times New Roman"/>
                <a:sym typeface="Times New Roman"/>
              </a:rPr>
              <a:t>module)</a:t>
            </a:r>
            <a:endParaRPr/>
          </a:p>
          <a:p>
            <a:pPr marL="384048" lvl="0" indent="-384048" algn="l" rtl="0">
              <a:lnSpc>
                <a:spcPct val="94000"/>
              </a:lnSpc>
              <a:spcBef>
                <a:spcPts val="1200"/>
              </a:spcBef>
              <a:spcAft>
                <a:spcPts val="0"/>
              </a:spcAft>
              <a:buClr>
                <a:schemeClr val="dk2"/>
              </a:buClr>
              <a:buSzPts val="2800"/>
              <a:buNone/>
            </a:pPr>
            <a:endParaRPr sz="2800">
              <a:latin typeface="Times New Roman"/>
              <a:ea typeface="Times New Roman"/>
              <a:cs typeface="Times New Roman"/>
              <a:sym typeface="Times New Roman"/>
            </a:endParaRPr>
          </a:p>
          <a:p>
            <a:pPr marL="384048" lvl="0" indent="-206248" algn="l" rtl="0">
              <a:lnSpc>
                <a:spcPct val="94000"/>
              </a:lnSpc>
              <a:spcBef>
                <a:spcPts val="1200"/>
              </a:spcBef>
              <a:spcAft>
                <a:spcPts val="0"/>
              </a:spcAft>
              <a:buClr>
                <a:schemeClr val="dk2"/>
              </a:buClr>
              <a:buSzPts val="2800"/>
              <a:buNone/>
            </a:pPr>
            <a:endParaRPr sz="2800">
              <a:latin typeface="Times New Roman"/>
              <a:ea typeface="Times New Roman"/>
              <a:cs typeface="Times New Roman"/>
              <a:sym typeface="Times New Roman"/>
            </a:endParaRPr>
          </a:p>
          <a:p>
            <a:pPr marL="384048" lvl="0" indent="-384048" algn="l" rtl="0">
              <a:lnSpc>
                <a:spcPct val="94000"/>
              </a:lnSpc>
              <a:spcBef>
                <a:spcPts val="1200"/>
              </a:spcBef>
              <a:spcAft>
                <a:spcPts val="0"/>
              </a:spcAft>
              <a:buClr>
                <a:schemeClr val="dk2"/>
              </a:buClr>
              <a:buSzPts val="2800"/>
              <a:buNone/>
            </a:pPr>
            <a:endParaRPr sz="2800">
              <a:latin typeface="Times New Roman"/>
              <a:ea typeface="Times New Roman"/>
              <a:cs typeface="Times New Roman"/>
              <a:sym typeface="Times New Roman"/>
            </a:endParaRPr>
          </a:p>
          <a:p>
            <a:pPr marL="384048" lvl="0" indent="-384048" algn="l" rtl="0">
              <a:lnSpc>
                <a:spcPct val="94000"/>
              </a:lnSpc>
              <a:spcBef>
                <a:spcPts val="1200"/>
              </a:spcBef>
              <a:spcAft>
                <a:spcPts val="0"/>
              </a:spcAft>
              <a:buClr>
                <a:schemeClr val="dk2"/>
              </a:buClr>
              <a:buSzPts val="2800"/>
              <a:buNone/>
            </a:pPr>
            <a:r>
              <a:rPr lang="en-US" sz="2800">
                <a:latin typeface="Times New Roman"/>
                <a:ea typeface="Times New Roman"/>
                <a:cs typeface="Times New Roman"/>
                <a:sym typeface="Times New Roman"/>
              </a:rPr>
              <a:t> </a:t>
            </a:r>
            <a:endParaRPr/>
          </a:p>
        </p:txBody>
      </p:sp>
      <p:sp>
        <p:nvSpPr>
          <p:cNvPr id="180" name="Google Shape;180;p9"/>
          <p:cNvSpPr txBox="1"/>
          <p:nvPr/>
        </p:nvSpPr>
        <p:spPr>
          <a:xfrm>
            <a:off x="695458" y="-3"/>
            <a:ext cx="11496541" cy="798491"/>
          </a:xfrm>
          <a:prstGeom prst="rect">
            <a:avLst/>
          </a:prstGeom>
          <a:noFill/>
          <a:ln w="34925" cap="flat" cmpd="sng">
            <a:solidFill>
              <a:schemeClr val="dk1"/>
            </a:solidFill>
            <a:prstDash val="solid"/>
            <a:round/>
            <a:headEnd type="none" w="sm" len="sm"/>
            <a:tailEnd type="none" w="sm" len="sm"/>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chemeClr val="dk1"/>
              </a:buClr>
              <a:buSzPts val="3600"/>
              <a:buFont typeface="Constantia"/>
              <a:buNone/>
            </a:pPr>
            <a:r>
              <a:rPr lang="en-US" sz="3600" b="1" cap="small">
                <a:solidFill>
                  <a:schemeClr val="dk1"/>
                </a:solidFill>
                <a:latin typeface="Constantia"/>
                <a:ea typeface="Constantia"/>
                <a:cs typeface="Constantia"/>
                <a:sym typeface="Constantia"/>
              </a:rPr>
              <a:t>linker</a:t>
            </a:r>
            <a:endParaRPr/>
          </a:p>
        </p:txBody>
      </p:sp>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0"/>
          <p:cNvSpPr txBox="1">
            <a:spLocks noGrp="1"/>
          </p:cNvSpPr>
          <p:nvPr>
            <p:ph type="body" idx="1"/>
          </p:nvPr>
        </p:nvSpPr>
        <p:spPr>
          <a:xfrm>
            <a:off x="914401" y="1131829"/>
            <a:ext cx="10752082" cy="4509117"/>
          </a:xfrm>
          <a:prstGeom prst="rect">
            <a:avLst/>
          </a:prstGeom>
          <a:noFill/>
          <a:ln>
            <a:noFill/>
          </a:ln>
        </p:spPr>
        <p:txBody>
          <a:bodyPr spcFirstLastPara="1" wrap="square" lIns="91425" tIns="45700" rIns="91425" bIns="45700" anchor="t" anchorCtr="0">
            <a:noAutofit/>
          </a:bodyPr>
          <a:lstStyle/>
          <a:p>
            <a:pPr marL="384048" lvl="0" indent="-384048" algn="l" rtl="0">
              <a:lnSpc>
                <a:spcPct val="75000"/>
              </a:lnSpc>
              <a:spcBef>
                <a:spcPts val="0"/>
              </a:spcBef>
              <a:spcAft>
                <a:spcPts val="0"/>
              </a:spcAft>
              <a:buClr>
                <a:schemeClr val="dk2"/>
              </a:buClr>
              <a:buSzPts val="3200"/>
              <a:buChar char="■"/>
            </a:pPr>
            <a:r>
              <a:rPr lang="en-US" sz="3200">
                <a:latin typeface="Times New Roman"/>
                <a:ea typeface="Times New Roman"/>
                <a:cs typeface="Times New Roman"/>
                <a:sym typeface="Times New Roman"/>
              </a:rPr>
              <a:t>In computer systems a loader is the part of an operating system that is responsible for loading programs and libraries.</a:t>
            </a:r>
            <a:endParaRPr/>
          </a:p>
          <a:p>
            <a:pPr marL="384048" lvl="0" indent="-384048" algn="l" rtl="0">
              <a:lnSpc>
                <a:spcPct val="75000"/>
              </a:lnSpc>
              <a:spcBef>
                <a:spcPts val="1200"/>
              </a:spcBef>
              <a:spcAft>
                <a:spcPts val="0"/>
              </a:spcAft>
              <a:buClr>
                <a:schemeClr val="dk2"/>
              </a:buClr>
              <a:buSzPts val="3200"/>
              <a:buChar char="■"/>
            </a:pPr>
            <a:r>
              <a:rPr lang="en-US" sz="3200">
                <a:latin typeface="Times New Roman"/>
                <a:ea typeface="Times New Roman"/>
                <a:cs typeface="Times New Roman"/>
                <a:sym typeface="Times New Roman"/>
              </a:rPr>
              <a:t> It is one of the essential stages in the process of starting a program, as it places programs into memory and prepares them for execution.</a:t>
            </a:r>
            <a:endParaRPr/>
          </a:p>
        </p:txBody>
      </p:sp>
      <p:sp>
        <p:nvSpPr>
          <p:cNvPr id="188" name="Google Shape;188;p10"/>
          <p:cNvSpPr txBox="1"/>
          <p:nvPr/>
        </p:nvSpPr>
        <p:spPr>
          <a:xfrm>
            <a:off x="695458" y="-3"/>
            <a:ext cx="11496541" cy="798491"/>
          </a:xfrm>
          <a:prstGeom prst="rect">
            <a:avLst/>
          </a:prstGeom>
          <a:noFill/>
          <a:ln w="34925" cap="flat" cmpd="sng">
            <a:solidFill>
              <a:schemeClr val="dk1"/>
            </a:solidFill>
            <a:prstDash val="solid"/>
            <a:round/>
            <a:headEnd type="none" w="sm" len="sm"/>
            <a:tailEnd type="none" w="sm" len="sm"/>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chemeClr val="dk1"/>
              </a:buClr>
              <a:buSzPts val="3600"/>
              <a:buFont typeface="Constantia"/>
              <a:buNone/>
            </a:pPr>
            <a:r>
              <a:rPr lang="en-US" sz="3600" b="1" cap="small">
                <a:solidFill>
                  <a:schemeClr val="dk1"/>
                </a:solidFill>
                <a:latin typeface="Constantia"/>
                <a:ea typeface="Constantia"/>
                <a:cs typeface="Constantia"/>
                <a:sym typeface="Constantia"/>
              </a:rPr>
              <a:t>loader</a:t>
            </a:r>
            <a:endParaRPr sz="3600" b="1" cap="small">
              <a:solidFill>
                <a:schemeClr val="dk1"/>
              </a:solidFill>
              <a:latin typeface="Constantia"/>
              <a:ea typeface="Constantia"/>
              <a:cs typeface="Constantia"/>
              <a:sym typeface="Constantia"/>
            </a:endParaRPr>
          </a:p>
        </p:txBody>
      </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11" descr="C:\Users\Shahzad\Desktop\object and exe.png"/>
          <p:cNvPicPr preferRelativeResize="0">
            <a:picLocks noGrp="1"/>
          </p:cNvPicPr>
          <p:nvPr>
            <p:ph type="body" idx="1"/>
          </p:nvPr>
        </p:nvPicPr>
        <p:blipFill rotWithShape="1">
          <a:blip r:embed="rId3">
            <a:alphaModFix/>
          </a:blip>
          <a:srcRect/>
          <a:stretch/>
        </p:blipFill>
        <p:spPr>
          <a:xfrm>
            <a:off x="1397726" y="1"/>
            <a:ext cx="9835012" cy="6763518"/>
          </a:xfrm>
          <a:prstGeom prst="rect">
            <a:avLst/>
          </a:prstGeom>
          <a:noFill/>
          <a:ln>
            <a:noFill/>
          </a:ln>
        </p:spPr>
      </p:pic>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2"/>
          <p:cNvSpPr txBox="1">
            <a:spLocks noGrp="1"/>
          </p:cNvSpPr>
          <p:nvPr>
            <p:ph type="body" idx="1"/>
          </p:nvPr>
        </p:nvSpPr>
        <p:spPr>
          <a:xfrm>
            <a:off x="914401" y="1131829"/>
            <a:ext cx="10752082" cy="4509117"/>
          </a:xfrm>
          <a:prstGeom prst="rect">
            <a:avLst/>
          </a:prstGeom>
          <a:noFill/>
          <a:ln>
            <a:noFill/>
          </a:ln>
        </p:spPr>
        <p:txBody>
          <a:bodyPr spcFirstLastPara="1" wrap="square" lIns="91425" tIns="45700" rIns="91425" bIns="45700" anchor="t" anchorCtr="0">
            <a:noAutofit/>
          </a:bodyPr>
          <a:lstStyle/>
          <a:p>
            <a:pPr marL="384048" lvl="0" indent="-384048" algn="l" rtl="0">
              <a:lnSpc>
                <a:spcPct val="85714"/>
              </a:lnSpc>
              <a:spcBef>
                <a:spcPts val="0"/>
              </a:spcBef>
              <a:spcAft>
                <a:spcPts val="0"/>
              </a:spcAft>
              <a:buClr>
                <a:schemeClr val="dk2"/>
              </a:buClr>
              <a:buSzPts val="2800"/>
              <a:buChar char="■"/>
            </a:pPr>
            <a:r>
              <a:rPr lang="en-US" sz="2800">
                <a:latin typeface="Times New Roman"/>
                <a:ea typeface="Times New Roman"/>
                <a:cs typeface="Times New Roman"/>
                <a:sym typeface="Times New Roman"/>
              </a:rPr>
              <a:t>The format of writing program in C++ is called its structure.</a:t>
            </a:r>
            <a:endParaRPr/>
          </a:p>
          <a:p>
            <a:pPr marL="384048" lvl="0" indent="-384048" algn="l" rtl="0">
              <a:lnSpc>
                <a:spcPct val="85714"/>
              </a:lnSpc>
              <a:spcBef>
                <a:spcPts val="1200"/>
              </a:spcBef>
              <a:spcAft>
                <a:spcPts val="0"/>
              </a:spcAft>
              <a:buClr>
                <a:schemeClr val="dk2"/>
              </a:buClr>
              <a:buSzPts val="2800"/>
              <a:buChar char="■"/>
            </a:pPr>
            <a:r>
              <a:rPr lang="en-US" sz="2800">
                <a:latin typeface="Times New Roman"/>
                <a:ea typeface="Times New Roman"/>
                <a:cs typeface="Times New Roman"/>
                <a:sym typeface="Times New Roman"/>
              </a:rPr>
              <a:t>It consists of the following parts:</a:t>
            </a:r>
            <a:endParaRPr/>
          </a:p>
          <a:p>
            <a:pPr marL="384048" lvl="0" indent="-384048" algn="l" rtl="0">
              <a:lnSpc>
                <a:spcPct val="85714"/>
              </a:lnSpc>
              <a:spcBef>
                <a:spcPts val="1200"/>
              </a:spcBef>
              <a:spcAft>
                <a:spcPts val="0"/>
              </a:spcAft>
              <a:buClr>
                <a:schemeClr val="dk2"/>
              </a:buClr>
              <a:buSzPts val="2800"/>
              <a:buNone/>
            </a:pPr>
            <a:endParaRPr sz="2800">
              <a:latin typeface="Times New Roman"/>
              <a:ea typeface="Times New Roman"/>
              <a:cs typeface="Times New Roman"/>
              <a:sym typeface="Times New Roman"/>
            </a:endParaRPr>
          </a:p>
          <a:p>
            <a:pPr marL="514350" lvl="0" indent="-514350" algn="l" rtl="0">
              <a:lnSpc>
                <a:spcPct val="85714"/>
              </a:lnSpc>
              <a:spcBef>
                <a:spcPts val="1200"/>
              </a:spcBef>
              <a:spcAft>
                <a:spcPts val="0"/>
              </a:spcAft>
              <a:buClr>
                <a:schemeClr val="dk2"/>
              </a:buClr>
              <a:buSzPts val="2800"/>
              <a:buFont typeface="Libre Franklin"/>
              <a:buAutoNum type="arabicPeriod"/>
            </a:pPr>
            <a:r>
              <a:rPr lang="en-US" sz="2800" b="1">
                <a:latin typeface="Times New Roman"/>
                <a:ea typeface="Times New Roman"/>
                <a:cs typeface="Times New Roman"/>
                <a:sym typeface="Times New Roman"/>
              </a:rPr>
              <a:t>Preprocessor directive</a:t>
            </a:r>
            <a:endParaRPr/>
          </a:p>
          <a:p>
            <a:pPr marL="514350" lvl="0" indent="-514350" algn="l" rtl="0">
              <a:lnSpc>
                <a:spcPct val="85714"/>
              </a:lnSpc>
              <a:spcBef>
                <a:spcPts val="1200"/>
              </a:spcBef>
              <a:spcAft>
                <a:spcPts val="0"/>
              </a:spcAft>
              <a:buClr>
                <a:schemeClr val="dk2"/>
              </a:buClr>
              <a:buSzPts val="2800"/>
              <a:buFont typeface="Libre Franklin"/>
              <a:buAutoNum type="arabicPeriod"/>
            </a:pPr>
            <a:r>
              <a:rPr lang="en-US" sz="2800" b="1">
                <a:latin typeface="Times New Roman"/>
                <a:ea typeface="Times New Roman"/>
                <a:cs typeface="Times New Roman"/>
                <a:sym typeface="Times New Roman"/>
              </a:rPr>
              <a:t>Main () function</a:t>
            </a:r>
            <a:endParaRPr/>
          </a:p>
          <a:p>
            <a:pPr marL="514350" lvl="0" indent="-514350" algn="l" rtl="0">
              <a:lnSpc>
                <a:spcPct val="85714"/>
              </a:lnSpc>
              <a:spcBef>
                <a:spcPts val="1200"/>
              </a:spcBef>
              <a:spcAft>
                <a:spcPts val="0"/>
              </a:spcAft>
              <a:buClr>
                <a:schemeClr val="dk2"/>
              </a:buClr>
              <a:buSzPts val="2800"/>
              <a:buFont typeface="Libre Franklin"/>
              <a:buAutoNum type="arabicPeriod"/>
            </a:pPr>
            <a:r>
              <a:rPr lang="en-US" sz="2800" b="1">
                <a:latin typeface="Times New Roman"/>
                <a:ea typeface="Times New Roman"/>
                <a:cs typeface="Times New Roman"/>
                <a:sym typeface="Times New Roman"/>
              </a:rPr>
              <a:t>Program body (C++ statements)</a:t>
            </a:r>
            <a:endParaRPr sz="3200" b="1">
              <a:latin typeface="Times New Roman"/>
              <a:ea typeface="Times New Roman"/>
              <a:cs typeface="Times New Roman"/>
              <a:sym typeface="Times New Roman"/>
            </a:endParaRPr>
          </a:p>
        </p:txBody>
      </p:sp>
      <p:sp>
        <p:nvSpPr>
          <p:cNvPr id="203" name="Google Shape;203;p12"/>
          <p:cNvSpPr txBox="1"/>
          <p:nvPr/>
        </p:nvSpPr>
        <p:spPr>
          <a:xfrm>
            <a:off x="695458" y="-3"/>
            <a:ext cx="11496541" cy="798491"/>
          </a:xfrm>
          <a:prstGeom prst="rect">
            <a:avLst/>
          </a:prstGeom>
          <a:noFill/>
          <a:ln w="34925" cap="flat" cmpd="sng">
            <a:solidFill>
              <a:schemeClr val="dk1"/>
            </a:solidFill>
            <a:prstDash val="solid"/>
            <a:round/>
            <a:headEnd type="none" w="sm" len="sm"/>
            <a:tailEnd type="none" w="sm" len="sm"/>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chemeClr val="dk1"/>
              </a:buClr>
              <a:buSzPts val="3600"/>
              <a:buFont typeface="Constantia"/>
              <a:buNone/>
            </a:pPr>
            <a:r>
              <a:rPr lang="en-US" sz="3600" b="1" cap="small">
                <a:solidFill>
                  <a:schemeClr val="dk1"/>
                </a:solidFill>
                <a:latin typeface="Constantia"/>
                <a:ea typeface="Constantia"/>
                <a:cs typeface="Constantia"/>
                <a:sym typeface="Constantia"/>
              </a:rPr>
              <a:t>Basic structure of c++ program</a:t>
            </a:r>
            <a:endParaRPr/>
          </a:p>
        </p:txBody>
      </p: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3"/>
          <p:cNvSpPr txBox="1">
            <a:spLocks noGrp="1"/>
          </p:cNvSpPr>
          <p:nvPr>
            <p:ph type="body" idx="1"/>
          </p:nvPr>
        </p:nvSpPr>
        <p:spPr>
          <a:xfrm>
            <a:off x="849087" y="609314"/>
            <a:ext cx="10752082" cy="4509117"/>
          </a:xfrm>
          <a:prstGeom prst="rect">
            <a:avLst/>
          </a:prstGeom>
          <a:noFill/>
          <a:ln>
            <a:noFill/>
          </a:ln>
        </p:spPr>
        <p:txBody>
          <a:bodyPr spcFirstLastPara="1" wrap="square" lIns="91425" tIns="45700" rIns="91425" bIns="45700" anchor="t" anchorCtr="0">
            <a:noAutofit/>
          </a:bodyPr>
          <a:lstStyle/>
          <a:p>
            <a:pPr marL="384048" lvl="0" indent="-384048" algn="l" rtl="0">
              <a:lnSpc>
                <a:spcPct val="85714"/>
              </a:lnSpc>
              <a:spcBef>
                <a:spcPts val="0"/>
              </a:spcBef>
              <a:spcAft>
                <a:spcPts val="0"/>
              </a:spcAft>
              <a:buClr>
                <a:schemeClr val="dk2"/>
              </a:buClr>
              <a:buSzPts val="2800"/>
              <a:buNone/>
            </a:pPr>
            <a:endParaRPr sz="2800">
              <a:latin typeface="Times New Roman"/>
              <a:ea typeface="Times New Roman"/>
              <a:cs typeface="Times New Roman"/>
              <a:sym typeface="Times New Roman"/>
            </a:endParaRPr>
          </a:p>
          <a:p>
            <a:pPr marL="514350" lvl="0" indent="-514350" algn="l" rtl="0">
              <a:lnSpc>
                <a:spcPct val="85714"/>
              </a:lnSpc>
              <a:spcBef>
                <a:spcPts val="1200"/>
              </a:spcBef>
              <a:spcAft>
                <a:spcPts val="0"/>
              </a:spcAft>
              <a:buClr>
                <a:schemeClr val="dk2"/>
              </a:buClr>
              <a:buSzPts val="2800"/>
              <a:buFont typeface="Libre Franklin"/>
              <a:buAutoNum type="arabicPeriod"/>
            </a:pPr>
            <a:r>
              <a:rPr lang="en-US" sz="2800" b="1" u="sng">
                <a:latin typeface="Times New Roman"/>
                <a:ea typeface="Times New Roman"/>
                <a:cs typeface="Times New Roman"/>
                <a:sym typeface="Times New Roman"/>
              </a:rPr>
              <a:t>Preprocessor directive:</a:t>
            </a:r>
            <a:endParaRPr/>
          </a:p>
          <a:p>
            <a:pPr marL="514350" lvl="0" indent="-514350" algn="l" rtl="0">
              <a:lnSpc>
                <a:spcPct val="85714"/>
              </a:lnSpc>
              <a:spcBef>
                <a:spcPts val="1200"/>
              </a:spcBef>
              <a:spcAft>
                <a:spcPts val="0"/>
              </a:spcAft>
              <a:buClr>
                <a:schemeClr val="dk2"/>
              </a:buClr>
              <a:buSzPts val="2800"/>
              <a:buChar char="■"/>
            </a:pPr>
            <a:r>
              <a:rPr lang="en-US" sz="2800">
                <a:latin typeface="Times New Roman"/>
                <a:ea typeface="Times New Roman"/>
                <a:cs typeface="Times New Roman"/>
                <a:sym typeface="Times New Roman"/>
              </a:rPr>
              <a:t>Preprocessor directives are lines included in a program that begin with the </a:t>
            </a:r>
            <a:r>
              <a:rPr lang="en-US" sz="2800" b="1">
                <a:latin typeface="Times New Roman"/>
                <a:ea typeface="Times New Roman"/>
                <a:cs typeface="Times New Roman"/>
                <a:sym typeface="Times New Roman"/>
              </a:rPr>
              <a:t>character #</a:t>
            </a:r>
            <a:r>
              <a:rPr lang="en-US" sz="2800">
                <a:latin typeface="Times New Roman"/>
                <a:ea typeface="Times New Roman"/>
                <a:cs typeface="Times New Roman"/>
                <a:sym typeface="Times New Roman"/>
              </a:rPr>
              <a:t> which make them different from a typical source code text. </a:t>
            </a:r>
            <a:endParaRPr/>
          </a:p>
          <a:p>
            <a:pPr marL="514350" lvl="0" indent="-514350" algn="l" rtl="0">
              <a:lnSpc>
                <a:spcPct val="85714"/>
              </a:lnSpc>
              <a:spcBef>
                <a:spcPts val="1200"/>
              </a:spcBef>
              <a:spcAft>
                <a:spcPts val="0"/>
              </a:spcAft>
              <a:buClr>
                <a:schemeClr val="dk2"/>
              </a:buClr>
              <a:buSzPts val="2800"/>
              <a:buChar char="■"/>
            </a:pPr>
            <a:r>
              <a:rPr lang="en-US" sz="2800">
                <a:latin typeface="Times New Roman"/>
                <a:ea typeface="Times New Roman"/>
                <a:cs typeface="Times New Roman"/>
                <a:sym typeface="Times New Roman"/>
              </a:rPr>
              <a:t>They are invoked by the compiler to process some programs before compilation.</a:t>
            </a:r>
            <a:endParaRPr/>
          </a:p>
          <a:p>
            <a:pPr marL="514350" lvl="0" indent="-514350" algn="l" rtl="0">
              <a:lnSpc>
                <a:spcPct val="85714"/>
              </a:lnSpc>
              <a:spcBef>
                <a:spcPts val="1200"/>
              </a:spcBef>
              <a:spcAft>
                <a:spcPts val="0"/>
              </a:spcAft>
              <a:buClr>
                <a:schemeClr val="dk2"/>
              </a:buClr>
              <a:buSzPts val="2800"/>
              <a:buChar char="■"/>
            </a:pPr>
            <a:r>
              <a:rPr lang="en-US" sz="2800">
                <a:latin typeface="Times New Roman"/>
                <a:ea typeface="Times New Roman"/>
                <a:cs typeface="Times New Roman"/>
                <a:sym typeface="Times New Roman"/>
              </a:rPr>
              <a:t> These directives are written at the start of program.</a:t>
            </a:r>
            <a:endParaRPr sz="2800" b="1">
              <a:latin typeface="Times New Roman"/>
              <a:ea typeface="Times New Roman"/>
              <a:cs typeface="Times New Roman"/>
              <a:sym typeface="Times New Roman"/>
            </a:endParaRPr>
          </a:p>
          <a:p>
            <a:pPr marL="514350" lvl="0" indent="-336550" algn="l" rtl="0">
              <a:lnSpc>
                <a:spcPct val="85714"/>
              </a:lnSpc>
              <a:spcBef>
                <a:spcPts val="1200"/>
              </a:spcBef>
              <a:spcAft>
                <a:spcPts val="0"/>
              </a:spcAft>
              <a:buClr>
                <a:schemeClr val="dk2"/>
              </a:buClr>
              <a:buSzPts val="2800"/>
              <a:buFont typeface="Libre Franklin"/>
              <a:buNone/>
            </a:pPr>
            <a:endParaRPr sz="2800" b="1">
              <a:latin typeface="Times New Roman"/>
              <a:ea typeface="Times New Roman"/>
              <a:cs typeface="Times New Roman"/>
              <a:sym typeface="Times New Roman"/>
            </a:endParaRPr>
          </a:p>
          <a:p>
            <a:pPr marL="514350" lvl="0" indent="-514350" algn="l" rtl="0">
              <a:lnSpc>
                <a:spcPct val="85714"/>
              </a:lnSpc>
              <a:spcBef>
                <a:spcPts val="1200"/>
              </a:spcBef>
              <a:spcAft>
                <a:spcPts val="0"/>
              </a:spcAft>
              <a:buClr>
                <a:schemeClr val="dk2"/>
              </a:buClr>
              <a:buSzPts val="2800"/>
              <a:buNone/>
            </a:pPr>
            <a:r>
              <a:rPr lang="en-US" sz="2800" b="1">
                <a:latin typeface="Times New Roman"/>
                <a:ea typeface="Times New Roman"/>
                <a:cs typeface="Times New Roman"/>
                <a:sym typeface="Times New Roman"/>
              </a:rPr>
              <a:t>2.   </a:t>
            </a:r>
            <a:r>
              <a:rPr lang="en-US" sz="2800" b="1" u="sng">
                <a:latin typeface="Times New Roman"/>
                <a:ea typeface="Times New Roman"/>
                <a:cs typeface="Times New Roman"/>
                <a:sym typeface="Times New Roman"/>
              </a:rPr>
              <a:t>Main () function:</a:t>
            </a:r>
            <a:endParaRPr/>
          </a:p>
          <a:p>
            <a:pPr marL="514350" lvl="0" indent="-514350" algn="l" rtl="0">
              <a:lnSpc>
                <a:spcPct val="85714"/>
              </a:lnSpc>
              <a:spcBef>
                <a:spcPts val="1200"/>
              </a:spcBef>
              <a:spcAft>
                <a:spcPts val="0"/>
              </a:spcAft>
              <a:buClr>
                <a:schemeClr val="dk2"/>
              </a:buClr>
              <a:buSzPts val="2800"/>
              <a:buChar char="■"/>
            </a:pPr>
            <a:r>
              <a:rPr lang="en-US" sz="2800">
                <a:latin typeface="Times New Roman"/>
                <a:ea typeface="Times New Roman"/>
                <a:cs typeface="Times New Roman"/>
                <a:sym typeface="Times New Roman"/>
              </a:rPr>
              <a:t>The function named </a:t>
            </a:r>
            <a:r>
              <a:rPr lang="en-US" sz="2800" b="1">
                <a:latin typeface="Times New Roman"/>
                <a:ea typeface="Times New Roman"/>
                <a:cs typeface="Times New Roman"/>
                <a:sym typeface="Times New Roman"/>
              </a:rPr>
              <a:t>main</a:t>
            </a:r>
            <a:r>
              <a:rPr lang="en-US" sz="2800">
                <a:latin typeface="Times New Roman"/>
                <a:ea typeface="Times New Roman"/>
                <a:cs typeface="Times New Roman"/>
                <a:sym typeface="Times New Roman"/>
              </a:rPr>
              <a:t> is a special function in all </a:t>
            </a:r>
            <a:r>
              <a:rPr lang="en-US" sz="2800" b="1">
                <a:latin typeface="Times New Roman"/>
                <a:ea typeface="Times New Roman"/>
                <a:cs typeface="Times New Roman"/>
                <a:sym typeface="Times New Roman"/>
              </a:rPr>
              <a:t>C++</a:t>
            </a:r>
            <a:r>
              <a:rPr lang="en-US" sz="2800">
                <a:latin typeface="Times New Roman"/>
                <a:ea typeface="Times New Roman"/>
                <a:cs typeface="Times New Roman"/>
                <a:sym typeface="Times New Roman"/>
              </a:rPr>
              <a:t> programs; it is the function called when the program is run. </a:t>
            </a:r>
            <a:endParaRPr/>
          </a:p>
          <a:p>
            <a:pPr marL="514350" lvl="0" indent="-514350" algn="l" rtl="0">
              <a:lnSpc>
                <a:spcPct val="85714"/>
              </a:lnSpc>
              <a:spcBef>
                <a:spcPts val="1200"/>
              </a:spcBef>
              <a:spcAft>
                <a:spcPts val="0"/>
              </a:spcAft>
              <a:buClr>
                <a:schemeClr val="dk2"/>
              </a:buClr>
              <a:buSzPts val="2800"/>
              <a:buChar char="■"/>
            </a:pPr>
            <a:r>
              <a:rPr lang="en-US" sz="2800">
                <a:latin typeface="Times New Roman"/>
                <a:ea typeface="Times New Roman"/>
                <a:cs typeface="Times New Roman"/>
                <a:sym typeface="Times New Roman"/>
              </a:rPr>
              <a:t>The execution of all </a:t>
            </a:r>
            <a:r>
              <a:rPr lang="en-US" sz="2800" b="1">
                <a:latin typeface="Times New Roman"/>
                <a:ea typeface="Times New Roman"/>
                <a:cs typeface="Times New Roman"/>
                <a:sym typeface="Times New Roman"/>
              </a:rPr>
              <a:t>C++</a:t>
            </a:r>
            <a:r>
              <a:rPr lang="en-US" sz="2800">
                <a:latin typeface="Times New Roman"/>
                <a:ea typeface="Times New Roman"/>
                <a:cs typeface="Times New Roman"/>
                <a:sym typeface="Times New Roman"/>
              </a:rPr>
              <a:t> programs begins with the </a:t>
            </a:r>
            <a:r>
              <a:rPr lang="en-US" sz="2800" b="1">
                <a:latin typeface="Times New Roman"/>
                <a:ea typeface="Times New Roman"/>
                <a:cs typeface="Times New Roman"/>
                <a:sym typeface="Times New Roman"/>
              </a:rPr>
              <a:t>main</a:t>
            </a:r>
            <a:r>
              <a:rPr lang="en-US" sz="2800">
                <a:latin typeface="Times New Roman"/>
                <a:ea typeface="Times New Roman"/>
                <a:cs typeface="Times New Roman"/>
                <a:sym typeface="Times New Roman"/>
              </a:rPr>
              <a:t> function, regardless of where the function is actually located within the code.</a:t>
            </a:r>
            <a:endParaRPr/>
          </a:p>
        </p:txBody>
      </p:sp>
      <p:sp>
        <p:nvSpPr>
          <p:cNvPr id="211" name="Google Shape;211;p13"/>
          <p:cNvSpPr txBox="1"/>
          <p:nvPr/>
        </p:nvSpPr>
        <p:spPr>
          <a:xfrm>
            <a:off x="695458" y="-3"/>
            <a:ext cx="11496541" cy="798491"/>
          </a:xfrm>
          <a:prstGeom prst="rect">
            <a:avLst/>
          </a:prstGeom>
          <a:noFill/>
          <a:ln w="34925" cap="flat" cmpd="sng">
            <a:solidFill>
              <a:schemeClr val="dk1"/>
            </a:solidFill>
            <a:prstDash val="solid"/>
            <a:round/>
            <a:headEnd type="none" w="sm" len="sm"/>
            <a:tailEnd type="none" w="sm" len="sm"/>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chemeClr val="dk1"/>
              </a:buClr>
              <a:buSzPts val="3600"/>
              <a:buFont typeface="Constantia"/>
              <a:buNone/>
            </a:pPr>
            <a:r>
              <a:rPr lang="en-US" sz="3600" b="1" cap="small">
                <a:solidFill>
                  <a:schemeClr val="dk1"/>
                </a:solidFill>
                <a:latin typeface="Constantia"/>
                <a:ea typeface="Constantia"/>
                <a:cs typeface="Constantia"/>
                <a:sym typeface="Constantia"/>
              </a:rPr>
              <a:t>Basic structure of c++ program</a:t>
            </a:r>
            <a:endParaRPr/>
          </a:p>
        </p:txBody>
      </p:sp>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16"/>
          <p:cNvSpPr txBox="1"/>
          <p:nvPr/>
        </p:nvSpPr>
        <p:spPr>
          <a:xfrm>
            <a:off x="695458" y="-3"/>
            <a:ext cx="11496541" cy="798491"/>
          </a:xfrm>
          <a:prstGeom prst="rect">
            <a:avLst/>
          </a:prstGeom>
          <a:noFill/>
          <a:ln w="34925" cap="flat" cmpd="sng">
            <a:solidFill>
              <a:schemeClr val="dk1"/>
            </a:solidFill>
            <a:prstDash val="solid"/>
            <a:round/>
            <a:headEnd type="none" w="sm" len="sm"/>
            <a:tailEnd type="none" w="sm" len="sm"/>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chemeClr val="dk1"/>
              </a:buClr>
              <a:buSzPts val="3600"/>
              <a:buFont typeface="Constantia"/>
              <a:buNone/>
            </a:pPr>
            <a:r>
              <a:rPr lang="en-US" sz="3600" b="1" cap="small">
                <a:solidFill>
                  <a:schemeClr val="dk1"/>
                </a:solidFill>
                <a:latin typeface="Constantia"/>
                <a:ea typeface="Constantia"/>
                <a:cs typeface="Constantia"/>
                <a:sym typeface="Constantia"/>
              </a:rPr>
              <a:t>Basic structure of c++ program</a:t>
            </a:r>
            <a:endParaRPr/>
          </a:p>
        </p:txBody>
      </p:sp>
      <p:pic>
        <p:nvPicPr>
          <p:cNvPr id="219" name="Google Shape;219;p16" descr="C:\Users\Shahzad\Desktop\slide_20.jpg"/>
          <p:cNvPicPr preferRelativeResize="0">
            <a:picLocks noGrp="1"/>
          </p:cNvPicPr>
          <p:nvPr>
            <p:ph type="body" idx="1"/>
          </p:nvPr>
        </p:nvPicPr>
        <p:blipFill rotWithShape="1">
          <a:blip r:embed="rId3">
            <a:alphaModFix/>
          </a:blip>
          <a:srcRect l="6202" t="19514" r="6007" b="29782"/>
          <a:stretch/>
        </p:blipFill>
        <p:spPr>
          <a:xfrm>
            <a:off x="821045" y="822960"/>
            <a:ext cx="11188075" cy="5669279"/>
          </a:xfrm>
          <a:prstGeom prst="rect">
            <a:avLst/>
          </a:prstGeom>
          <a:noFill/>
          <a:ln>
            <a:noFill/>
          </a:ln>
        </p:spPr>
      </p:pic>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7"/>
          <p:cNvSpPr txBox="1">
            <a:spLocks noGrp="1"/>
          </p:cNvSpPr>
          <p:nvPr>
            <p:ph type="body" idx="1"/>
          </p:nvPr>
        </p:nvSpPr>
        <p:spPr>
          <a:xfrm>
            <a:off x="914401" y="1131829"/>
            <a:ext cx="10752082" cy="4985193"/>
          </a:xfrm>
          <a:prstGeom prst="rect">
            <a:avLst/>
          </a:prstGeom>
          <a:noFill/>
          <a:ln>
            <a:noFill/>
          </a:ln>
        </p:spPr>
        <p:txBody>
          <a:bodyPr spcFirstLastPara="1" wrap="square" lIns="91425" tIns="45700" rIns="91425" bIns="45700" anchor="t" anchorCtr="0">
            <a:normAutofit fontScale="32500" lnSpcReduction="20000"/>
          </a:bodyPr>
          <a:lstStyle/>
          <a:p>
            <a:pPr marL="384048" lvl="0" indent="-384048" algn="l" rtl="0">
              <a:lnSpc>
                <a:spcPct val="94000"/>
              </a:lnSpc>
              <a:spcBef>
                <a:spcPts val="0"/>
              </a:spcBef>
              <a:spcAft>
                <a:spcPts val="0"/>
              </a:spcAft>
              <a:buClr>
                <a:schemeClr val="dk2"/>
              </a:buClr>
              <a:buSzPct val="100000"/>
              <a:buNone/>
            </a:pPr>
            <a:r>
              <a:rPr lang="en-US" sz="8600">
                <a:latin typeface="Times New Roman"/>
                <a:ea typeface="Times New Roman"/>
                <a:cs typeface="Times New Roman"/>
                <a:sym typeface="Times New Roman"/>
              </a:rPr>
              <a:t>An error in a computer program is known as bug. The process of finding and removing bugs is known as debugging.</a:t>
            </a:r>
            <a:endParaRPr/>
          </a:p>
          <a:p>
            <a:pPr marL="384048" lvl="0" indent="-384048" algn="l" rtl="0">
              <a:lnSpc>
                <a:spcPct val="94000"/>
              </a:lnSpc>
              <a:spcBef>
                <a:spcPts val="1200"/>
              </a:spcBef>
              <a:spcAft>
                <a:spcPts val="0"/>
              </a:spcAft>
              <a:buClr>
                <a:schemeClr val="dk2"/>
              </a:buClr>
              <a:buSzPct val="100000"/>
              <a:buNone/>
            </a:pPr>
            <a:r>
              <a:rPr lang="en-US" sz="8600" b="1">
                <a:latin typeface="Times New Roman"/>
                <a:ea typeface="Times New Roman"/>
                <a:cs typeface="Times New Roman"/>
                <a:sym typeface="Times New Roman"/>
              </a:rPr>
              <a:t>Types of Errors:</a:t>
            </a:r>
            <a:endParaRPr/>
          </a:p>
          <a:p>
            <a:pPr marL="514350" lvl="0" indent="-514350" algn="l" rtl="0">
              <a:lnSpc>
                <a:spcPct val="94000"/>
              </a:lnSpc>
              <a:spcBef>
                <a:spcPts val="1200"/>
              </a:spcBef>
              <a:spcAft>
                <a:spcPts val="0"/>
              </a:spcAft>
              <a:buClr>
                <a:schemeClr val="dk2"/>
              </a:buClr>
              <a:buSzPct val="100000"/>
              <a:buAutoNum type="arabicPeriod"/>
            </a:pPr>
            <a:r>
              <a:rPr lang="en-US" sz="8600" b="1" u="sng">
                <a:latin typeface="Times New Roman"/>
                <a:ea typeface="Times New Roman"/>
                <a:cs typeface="Times New Roman"/>
                <a:sym typeface="Times New Roman"/>
              </a:rPr>
              <a:t>Syntax Error </a:t>
            </a:r>
            <a:r>
              <a:rPr lang="en-US" sz="8600" b="1">
                <a:latin typeface="Times New Roman"/>
                <a:ea typeface="Times New Roman"/>
                <a:cs typeface="Times New Roman"/>
                <a:sym typeface="Times New Roman"/>
              </a:rPr>
              <a:t>:</a:t>
            </a:r>
            <a:r>
              <a:rPr lang="en-US" sz="8600">
                <a:latin typeface="Times New Roman"/>
                <a:ea typeface="Times New Roman"/>
                <a:cs typeface="Times New Roman"/>
                <a:sym typeface="Times New Roman"/>
              </a:rPr>
              <a:t> A syntax error is an error in the syntax of a sequence of characters or tokens that is intended to be written in a particular programming language. For compiled languages, syntax</a:t>
            </a:r>
            <a:r>
              <a:rPr lang="en-US" sz="8600" b="1">
                <a:latin typeface="Times New Roman"/>
                <a:ea typeface="Times New Roman"/>
                <a:cs typeface="Times New Roman"/>
                <a:sym typeface="Times New Roman"/>
              </a:rPr>
              <a:t> </a:t>
            </a:r>
            <a:r>
              <a:rPr lang="en-US" sz="8600">
                <a:latin typeface="Times New Roman"/>
                <a:ea typeface="Times New Roman"/>
                <a:cs typeface="Times New Roman"/>
                <a:sym typeface="Times New Roman"/>
              </a:rPr>
              <a:t>errors are detected at compile-time. A program will not compile until all syntax errors are corrected.</a:t>
            </a:r>
            <a:endParaRPr/>
          </a:p>
          <a:p>
            <a:pPr marL="514350" lvl="0" indent="-514350" algn="l" rtl="0">
              <a:lnSpc>
                <a:spcPct val="94000"/>
              </a:lnSpc>
              <a:spcBef>
                <a:spcPts val="1200"/>
              </a:spcBef>
              <a:spcAft>
                <a:spcPts val="0"/>
              </a:spcAft>
              <a:buClr>
                <a:schemeClr val="dk2"/>
              </a:buClr>
              <a:buSzPct val="100000"/>
              <a:buNone/>
            </a:pPr>
            <a:r>
              <a:rPr lang="en-US" sz="8600" b="1">
                <a:latin typeface="Times New Roman"/>
                <a:ea typeface="Times New Roman"/>
                <a:cs typeface="Times New Roman"/>
                <a:sym typeface="Times New Roman"/>
              </a:rPr>
              <a:t>	Example: </a:t>
            </a:r>
            <a:r>
              <a:rPr lang="en-US" sz="8600">
                <a:latin typeface="Times New Roman"/>
                <a:ea typeface="Times New Roman"/>
                <a:cs typeface="Times New Roman"/>
                <a:sym typeface="Times New Roman"/>
              </a:rPr>
              <a:t>Typing </a:t>
            </a:r>
            <a:r>
              <a:rPr lang="en-US" sz="8600" b="1">
                <a:latin typeface="Times New Roman"/>
                <a:ea typeface="Times New Roman"/>
                <a:cs typeface="Times New Roman"/>
                <a:sym typeface="Times New Roman"/>
              </a:rPr>
              <a:t>cout</a:t>
            </a:r>
            <a:r>
              <a:rPr lang="en-US" sz="8600">
                <a:latin typeface="Times New Roman"/>
                <a:ea typeface="Times New Roman"/>
                <a:cs typeface="Times New Roman"/>
                <a:sym typeface="Times New Roman"/>
              </a:rPr>
              <a:t> instead of </a:t>
            </a:r>
            <a:r>
              <a:rPr lang="en-US" sz="8600" b="1">
                <a:latin typeface="Times New Roman"/>
                <a:ea typeface="Times New Roman"/>
                <a:cs typeface="Times New Roman"/>
                <a:sym typeface="Times New Roman"/>
              </a:rPr>
              <a:t>coutt</a:t>
            </a:r>
            <a:r>
              <a:rPr lang="en-US" sz="8600">
                <a:latin typeface="Times New Roman"/>
                <a:ea typeface="Times New Roman"/>
                <a:cs typeface="Times New Roman"/>
                <a:sym typeface="Times New Roman"/>
              </a:rPr>
              <a:t> is an example of syntax error.</a:t>
            </a:r>
            <a:endParaRPr/>
          </a:p>
          <a:p>
            <a:pPr marL="384048" lvl="0" indent="-384048" algn="l" rtl="0">
              <a:lnSpc>
                <a:spcPct val="94000"/>
              </a:lnSpc>
              <a:spcBef>
                <a:spcPts val="1200"/>
              </a:spcBef>
              <a:spcAft>
                <a:spcPts val="0"/>
              </a:spcAft>
              <a:buClr>
                <a:schemeClr val="dk2"/>
              </a:buClr>
              <a:buSzPct val="100000"/>
              <a:buNone/>
            </a:pPr>
            <a:r>
              <a:rPr lang="en-US" sz="8000">
                <a:latin typeface="Times New Roman"/>
                <a:ea typeface="Times New Roman"/>
                <a:cs typeface="Times New Roman"/>
                <a:sym typeface="Times New Roman"/>
              </a:rPr>
              <a:t>		cout&lt;&lt;"Hello World"; </a:t>
            </a:r>
            <a:endParaRPr/>
          </a:p>
          <a:p>
            <a:pPr marL="384048" lvl="0" indent="-384048" algn="l" rtl="0">
              <a:lnSpc>
                <a:spcPct val="94000"/>
              </a:lnSpc>
              <a:spcBef>
                <a:spcPts val="1200"/>
              </a:spcBef>
              <a:spcAft>
                <a:spcPts val="0"/>
              </a:spcAft>
              <a:buClr>
                <a:schemeClr val="dk2"/>
              </a:buClr>
              <a:buSzPct val="100000"/>
              <a:buNone/>
            </a:pPr>
            <a:r>
              <a:rPr lang="en-US" sz="8000">
                <a:latin typeface="Times New Roman"/>
                <a:ea typeface="Times New Roman"/>
                <a:cs typeface="Times New Roman"/>
                <a:sym typeface="Times New Roman"/>
              </a:rPr>
              <a:t>		while the following is not:</a:t>
            </a:r>
            <a:endParaRPr/>
          </a:p>
          <a:p>
            <a:pPr marL="384048" lvl="0" indent="-384048" algn="l" rtl="0">
              <a:lnSpc>
                <a:spcPct val="94000"/>
              </a:lnSpc>
              <a:spcBef>
                <a:spcPts val="1200"/>
              </a:spcBef>
              <a:spcAft>
                <a:spcPts val="0"/>
              </a:spcAft>
              <a:buClr>
                <a:schemeClr val="dk2"/>
              </a:buClr>
              <a:buSzPct val="100000"/>
              <a:buNone/>
            </a:pPr>
            <a:r>
              <a:rPr lang="en-US" sz="8000">
                <a:latin typeface="Times New Roman"/>
                <a:ea typeface="Times New Roman"/>
                <a:cs typeface="Times New Roman"/>
                <a:sym typeface="Times New Roman"/>
              </a:rPr>
              <a:t>		coutt&lt;&lt;“Hello World”;</a:t>
            </a:r>
            <a:br>
              <a:rPr lang="en-US" sz="2800"/>
            </a:br>
            <a:endParaRPr sz="2800"/>
          </a:p>
          <a:p>
            <a:pPr marL="514350" lvl="0" indent="-514350" algn="l" rtl="0">
              <a:lnSpc>
                <a:spcPct val="94000"/>
              </a:lnSpc>
              <a:spcBef>
                <a:spcPts val="1200"/>
              </a:spcBef>
              <a:spcAft>
                <a:spcPts val="0"/>
              </a:spcAft>
              <a:buClr>
                <a:schemeClr val="dk2"/>
              </a:buClr>
              <a:buSzPct val="100000"/>
              <a:buNone/>
            </a:pPr>
            <a:endParaRPr sz="3200" b="1">
              <a:latin typeface="Times New Roman"/>
              <a:ea typeface="Times New Roman"/>
              <a:cs typeface="Times New Roman"/>
              <a:sym typeface="Times New Roman"/>
            </a:endParaRPr>
          </a:p>
        </p:txBody>
      </p:sp>
      <p:sp>
        <p:nvSpPr>
          <p:cNvPr id="227" name="Google Shape;227;p17"/>
          <p:cNvSpPr txBox="1"/>
          <p:nvPr/>
        </p:nvSpPr>
        <p:spPr>
          <a:xfrm>
            <a:off x="695458" y="-3"/>
            <a:ext cx="11496541" cy="798491"/>
          </a:xfrm>
          <a:prstGeom prst="rect">
            <a:avLst/>
          </a:prstGeom>
          <a:noFill/>
          <a:ln w="34925" cap="flat" cmpd="sng">
            <a:solidFill>
              <a:schemeClr val="dk1"/>
            </a:solidFill>
            <a:prstDash val="solid"/>
            <a:round/>
            <a:headEnd type="none" w="sm" len="sm"/>
            <a:tailEnd type="none" w="sm" len="sm"/>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chemeClr val="dk1"/>
              </a:buClr>
              <a:buSzPts val="3600"/>
              <a:buFont typeface="Constantia"/>
              <a:buNone/>
            </a:pPr>
            <a:r>
              <a:rPr lang="en-US" sz="3600" b="1" cap="small">
                <a:solidFill>
                  <a:schemeClr val="dk1"/>
                </a:solidFill>
                <a:latin typeface="Constantia"/>
                <a:ea typeface="Constantia"/>
                <a:cs typeface="Constantia"/>
                <a:sym typeface="Constantia"/>
              </a:rPr>
              <a:t>Debugging in c++</a:t>
            </a:r>
            <a:endParaRPr sz="3600" b="1">
              <a:solidFill>
                <a:schemeClr val="dk1"/>
              </a:solidFill>
              <a:latin typeface="Constantia"/>
              <a:ea typeface="Constantia"/>
              <a:cs typeface="Constantia"/>
              <a:sym typeface="Constantia"/>
            </a:endParaRPr>
          </a:p>
        </p:txBody>
      </p:sp>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8"/>
          <p:cNvSpPr txBox="1">
            <a:spLocks noGrp="1"/>
          </p:cNvSpPr>
          <p:nvPr>
            <p:ph type="body" idx="1"/>
          </p:nvPr>
        </p:nvSpPr>
        <p:spPr>
          <a:xfrm>
            <a:off x="914401" y="1131829"/>
            <a:ext cx="10752082" cy="4985193"/>
          </a:xfrm>
          <a:prstGeom prst="rect">
            <a:avLst/>
          </a:prstGeom>
          <a:noFill/>
          <a:ln>
            <a:noFill/>
          </a:ln>
        </p:spPr>
        <p:txBody>
          <a:bodyPr spcFirstLastPara="1" wrap="square" lIns="91425" tIns="45700" rIns="91425" bIns="45700" anchor="t" anchorCtr="0">
            <a:normAutofit lnSpcReduction="10000"/>
          </a:bodyPr>
          <a:lstStyle/>
          <a:p>
            <a:pPr marL="384048" lvl="0" indent="-384048" algn="just" rtl="0">
              <a:lnSpc>
                <a:spcPct val="94000"/>
              </a:lnSpc>
              <a:spcBef>
                <a:spcPts val="0"/>
              </a:spcBef>
              <a:spcAft>
                <a:spcPts val="0"/>
              </a:spcAft>
              <a:buClr>
                <a:schemeClr val="dk2"/>
              </a:buClr>
              <a:buSzPts val="3200"/>
              <a:buNone/>
            </a:pPr>
            <a:r>
              <a:rPr lang="en-US" sz="3200" b="1">
                <a:latin typeface="Times New Roman"/>
                <a:ea typeface="Times New Roman"/>
                <a:cs typeface="Times New Roman"/>
                <a:sym typeface="Times New Roman"/>
              </a:rPr>
              <a:t>2. </a:t>
            </a:r>
            <a:r>
              <a:rPr lang="en-US" sz="3200" b="1" u="sng">
                <a:latin typeface="Times New Roman"/>
                <a:ea typeface="Times New Roman"/>
                <a:cs typeface="Times New Roman"/>
                <a:sym typeface="Times New Roman"/>
              </a:rPr>
              <a:t>Logical Error:</a:t>
            </a:r>
            <a:r>
              <a:rPr lang="en-US" sz="3200" b="1">
                <a:latin typeface="Times New Roman"/>
                <a:ea typeface="Times New Roman"/>
                <a:cs typeface="Times New Roman"/>
                <a:sym typeface="Times New Roman"/>
              </a:rPr>
              <a:t> </a:t>
            </a:r>
            <a:r>
              <a:rPr lang="en-US" sz="2800">
                <a:latin typeface="Times New Roman"/>
                <a:ea typeface="Times New Roman"/>
                <a:cs typeface="Times New Roman"/>
                <a:sym typeface="Times New Roman"/>
              </a:rPr>
              <a:t>A logic error (or logical error) is a mistake in a program's source code that results in incorrect or unexpected behavior. Many different types of programming mistakes can cause logic errors. </a:t>
            </a:r>
            <a:r>
              <a:rPr lang="en-US" sz="2800" b="1">
                <a:latin typeface="Times New Roman"/>
                <a:ea typeface="Times New Roman"/>
                <a:cs typeface="Times New Roman"/>
                <a:sym typeface="Times New Roman"/>
              </a:rPr>
              <a:t>Example: </a:t>
            </a:r>
            <a:r>
              <a:rPr lang="en-US" sz="2800">
                <a:latin typeface="Times New Roman"/>
                <a:ea typeface="Times New Roman"/>
                <a:cs typeface="Times New Roman"/>
                <a:sym typeface="Times New Roman"/>
              </a:rPr>
              <a:t>assigning a value to the wrong variable may cause a series of unexpected program errors.</a:t>
            </a:r>
            <a:endParaRPr/>
          </a:p>
          <a:p>
            <a:pPr marL="384048" lvl="0" indent="-384048" algn="just" rtl="0">
              <a:lnSpc>
                <a:spcPct val="94000"/>
              </a:lnSpc>
              <a:spcBef>
                <a:spcPts val="1200"/>
              </a:spcBef>
              <a:spcAft>
                <a:spcPts val="0"/>
              </a:spcAft>
              <a:buClr>
                <a:schemeClr val="dk2"/>
              </a:buClr>
              <a:buSzPts val="2800"/>
              <a:buNone/>
            </a:pPr>
            <a:r>
              <a:rPr lang="en-US" sz="2800">
                <a:latin typeface="Times New Roman"/>
                <a:ea typeface="Times New Roman"/>
                <a:cs typeface="Times New Roman"/>
                <a:sym typeface="Times New Roman"/>
              </a:rPr>
              <a:t>	Such as writing </a:t>
            </a:r>
            <a:r>
              <a:rPr lang="en-US" sz="2800" b="1">
                <a:latin typeface="Times New Roman"/>
                <a:ea typeface="Times New Roman"/>
                <a:cs typeface="Times New Roman"/>
                <a:sym typeface="Times New Roman"/>
              </a:rPr>
              <a:t>a &lt; 5</a:t>
            </a:r>
            <a:r>
              <a:rPr lang="en-US" sz="2800">
                <a:latin typeface="Times New Roman"/>
                <a:ea typeface="Times New Roman"/>
                <a:cs typeface="Times New Roman"/>
                <a:sym typeface="Times New Roman"/>
              </a:rPr>
              <a:t> instead of </a:t>
            </a:r>
            <a:r>
              <a:rPr lang="en-US" sz="2800" b="1">
                <a:latin typeface="Times New Roman"/>
                <a:ea typeface="Times New Roman"/>
                <a:cs typeface="Times New Roman"/>
                <a:sym typeface="Times New Roman"/>
              </a:rPr>
              <a:t>a &gt; 5</a:t>
            </a:r>
            <a:endParaRPr sz="3200" b="1">
              <a:latin typeface="Times New Roman"/>
              <a:ea typeface="Times New Roman"/>
              <a:cs typeface="Times New Roman"/>
              <a:sym typeface="Times New Roman"/>
            </a:endParaRPr>
          </a:p>
          <a:p>
            <a:pPr marL="384048" lvl="0" indent="-384048" algn="l" rtl="0">
              <a:lnSpc>
                <a:spcPct val="94000"/>
              </a:lnSpc>
              <a:spcBef>
                <a:spcPts val="1200"/>
              </a:spcBef>
              <a:spcAft>
                <a:spcPts val="0"/>
              </a:spcAft>
              <a:buClr>
                <a:schemeClr val="dk2"/>
              </a:buClr>
              <a:buSzPts val="3200"/>
              <a:buNone/>
            </a:pPr>
            <a:r>
              <a:rPr lang="en-US" sz="3200" b="1">
                <a:latin typeface="Times New Roman"/>
                <a:ea typeface="Times New Roman"/>
                <a:cs typeface="Times New Roman"/>
                <a:sym typeface="Times New Roman"/>
              </a:rPr>
              <a:t>3. </a:t>
            </a:r>
            <a:r>
              <a:rPr lang="en-US" sz="3200" b="1" u="sng">
                <a:latin typeface="Times New Roman"/>
                <a:ea typeface="Times New Roman"/>
                <a:cs typeface="Times New Roman"/>
                <a:sym typeface="Times New Roman"/>
              </a:rPr>
              <a:t>Run-Time Error:</a:t>
            </a:r>
            <a:r>
              <a:rPr lang="en-US" sz="3200">
                <a:latin typeface="Times New Roman"/>
                <a:ea typeface="Times New Roman"/>
                <a:cs typeface="Times New Roman"/>
                <a:sym typeface="Times New Roman"/>
              </a:rPr>
              <a:t> </a:t>
            </a:r>
            <a:r>
              <a:rPr lang="en-US" sz="2800">
                <a:latin typeface="Times New Roman"/>
                <a:ea typeface="Times New Roman"/>
                <a:cs typeface="Times New Roman"/>
                <a:sym typeface="Times New Roman"/>
              </a:rPr>
              <a:t>A runtime error is a program error that occurs while the program is running. The term is often used in contrast to other types of program errors, such as syntax errors and compile time errors. There are many different types of runtime errors. One example is a logic error, which produces the wrong output.</a:t>
            </a:r>
            <a:endParaRPr/>
          </a:p>
          <a:p>
            <a:pPr marL="384048" lvl="0" indent="-384048" algn="l" rtl="0">
              <a:lnSpc>
                <a:spcPct val="94000"/>
              </a:lnSpc>
              <a:spcBef>
                <a:spcPts val="1200"/>
              </a:spcBef>
              <a:spcAft>
                <a:spcPts val="0"/>
              </a:spcAft>
              <a:buClr>
                <a:schemeClr val="dk2"/>
              </a:buClr>
              <a:buSzPts val="2800"/>
              <a:buNone/>
            </a:pPr>
            <a:r>
              <a:rPr lang="en-US" sz="2800">
                <a:latin typeface="Times New Roman"/>
                <a:ea typeface="Times New Roman"/>
                <a:cs typeface="Times New Roman"/>
                <a:sym typeface="Times New Roman"/>
              </a:rPr>
              <a:t>	</a:t>
            </a:r>
            <a:r>
              <a:rPr lang="en-US" sz="2800" b="1">
                <a:latin typeface="Times New Roman"/>
                <a:ea typeface="Times New Roman"/>
                <a:cs typeface="Times New Roman"/>
                <a:sym typeface="Times New Roman"/>
              </a:rPr>
              <a:t>Example: </a:t>
            </a:r>
            <a:r>
              <a:rPr lang="en-US" sz="2800">
                <a:latin typeface="Times New Roman"/>
                <a:ea typeface="Times New Roman"/>
                <a:cs typeface="Times New Roman"/>
                <a:sym typeface="Times New Roman"/>
              </a:rPr>
              <a:t>Dividing a number by zero.</a:t>
            </a:r>
            <a:endParaRPr sz="3200">
              <a:latin typeface="Times New Roman"/>
              <a:ea typeface="Times New Roman"/>
              <a:cs typeface="Times New Roman"/>
              <a:sym typeface="Times New Roman"/>
            </a:endParaRPr>
          </a:p>
          <a:p>
            <a:pPr marL="384048" lvl="0" indent="-206248" algn="l" rtl="0">
              <a:lnSpc>
                <a:spcPct val="94000"/>
              </a:lnSpc>
              <a:spcBef>
                <a:spcPts val="1200"/>
              </a:spcBef>
              <a:spcAft>
                <a:spcPts val="0"/>
              </a:spcAft>
              <a:buClr>
                <a:schemeClr val="dk2"/>
              </a:buClr>
              <a:buSzPts val="2800"/>
              <a:buFont typeface="Noto Sans Symbols"/>
              <a:buNone/>
            </a:pPr>
            <a:endParaRPr sz="2800">
              <a:latin typeface="Times New Roman"/>
              <a:ea typeface="Times New Roman"/>
              <a:cs typeface="Times New Roman"/>
              <a:sym typeface="Times New Roman"/>
            </a:endParaRPr>
          </a:p>
        </p:txBody>
      </p:sp>
      <p:sp>
        <p:nvSpPr>
          <p:cNvPr id="235" name="Google Shape;235;p18"/>
          <p:cNvSpPr txBox="1"/>
          <p:nvPr/>
        </p:nvSpPr>
        <p:spPr>
          <a:xfrm>
            <a:off x="695458" y="-3"/>
            <a:ext cx="11496541" cy="798491"/>
          </a:xfrm>
          <a:prstGeom prst="rect">
            <a:avLst/>
          </a:prstGeom>
          <a:noFill/>
          <a:ln w="349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Libre Franklin"/>
              <a:buNone/>
            </a:pPr>
            <a:endParaRPr sz="3600" b="1">
              <a:solidFill>
                <a:schemeClr val="dk1"/>
              </a:solidFill>
              <a:latin typeface="Constantia"/>
              <a:ea typeface="Constantia"/>
              <a:cs typeface="Constantia"/>
              <a:sym typeface="Constantia"/>
            </a:endParaRPr>
          </a:p>
        </p:txBody>
      </p:sp>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9"/>
          <p:cNvSpPr txBox="1"/>
          <p:nvPr/>
        </p:nvSpPr>
        <p:spPr>
          <a:xfrm rot="-2195701">
            <a:off x="-1223493" y="2485316"/>
            <a:ext cx="8096475" cy="994172"/>
          </a:xfrm>
          <a:prstGeom prst="rect">
            <a:avLst/>
          </a:prstGeom>
          <a:noFill/>
          <a:ln>
            <a:noFill/>
          </a:ln>
        </p:spPr>
        <p:txBody>
          <a:bodyPr spcFirstLastPara="1" wrap="square" lIns="91425" tIns="45700" rIns="91425" bIns="45700" anchor="ctr" anchorCtr="0">
            <a:noAutofit/>
          </a:bodyPr>
          <a:lstStyle/>
          <a:p>
            <a:pPr marL="0" marR="0" lvl="0" indent="0" algn="ctr" rtl="0">
              <a:lnSpc>
                <a:spcPct val="89000"/>
              </a:lnSpc>
              <a:spcBef>
                <a:spcPts val="0"/>
              </a:spcBef>
              <a:spcAft>
                <a:spcPts val="0"/>
              </a:spcAft>
              <a:buClr>
                <a:srgbClr val="FFFF00"/>
              </a:buClr>
              <a:buSzPts val="6600"/>
              <a:buFont typeface="Constantia"/>
              <a:buNone/>
            </a:pPr>
            <a:r>
              <a:rPr lang="en-US" sz="6600" b="1" cap="small">
                <a:solidFill>
                  <a:srgbClr val="FFFF00"/>
                </a:solidFill>
                <a:latin typeface="Constantia"/>
                <a:ea typeface="Constantia"/>
                <a:cs typeface="Constantia"/>
                <a:sym typeface="Constantia"/>
              </a:rPr>
              <a:t>Questions ???</a:t>
            </a:r>
            <a:endParaRPr/>
          </a:p>
        </p:txBody>
      </p:sp>
      <p:sp>
        <p:nvSpPr>
          <p:cNvPr id="243" name="Google Shape;243;p19"/>
          <p:cNvSpPr txBox="1">
            <a:spLocks noGrp="1"/>
          </p:cNvSpPr>
          <p:nvPr>
            <p:ph type="title"/>
          </p:nvPr>
        </p:nvSpPr>
        <p:spPr>
          <a:xfrm>
            <a:off x="3940207" y="5568460"/>
            <a:ext cx="8096475" cy="994172"/>
          </a:xfrm>
          <a:prstGeom prst="rect">
            <a:avLst/>
          </a:prstGeom>
          <a:noFill/>
          <a:ln>
            <a:noFill/>
          </a:ln>
        </p:spPr>
        <p:txBody>
          <a:bodyPr spcFirstLastPara="1" wrap="square" lIns="91425" tIns="45700" rIns="91425" bIns="45700" anchor="t" anchorCtr="0">
            <a:noAutofit/>
          </a:bodyPr>
          <a:lstStyle/>
          <a:p>
            <a:pPr marL="0" lvl="0" indent="0" algn="r" rtl="0">
              <a:lnSpc>
                <a:spcPct val="84000"/>
              </a:lnSpc>
              <a:spcBef>
                <a:spcPts val="0"/>
              </a:spcBef>
              <a:spcAft>
                <a:spcPts val="0"/>
              </a:spcAft>
              <a:buClr>
                <a:schemeClr val="dk2"/>
              </a:buClr>
              <a:buSzPts val="6600"/>
              <a:buFont typeface="Constantia"/>
              <a:buNone/>
            </a:pPr>
            <a:r>
              <a:rPr lang="en-US" sz="6600" b="1" cap="small">
                <a:latin typeface="Constantia"/>
                <a:ea typeface="Constantia"/>
                <a:cs typeface="Constantia"/>
                <a:sym typeface="Constantia"/>
              </a:rPr>
              <a:t>Thank You</a:t>
            </a:r>
            <a:endParaRPr/>
          </a:p>
        </p:txBody>
      </p:sp>
      <p:pic>
        <p:nvPicPr>
          <p:cNvPr id="244" name="Google Shape;244;p19"/>
          <p:cNvPicPr preferRelativeResize="0"/>
          <p:nvPr/>
        </p:nvPicPr>
        <p:blipFill rotWithShape="1">
          <a:blip r:embed="rId3">
            <a:alphaModFix/>
          </a:blip>
          <a:srcRect/>
          <a:stretch/>
        </p:blipFill>
        <p:spPr>
          <a:xfrm>
            <a:off x="5885646" y="169929"/>
            <a:ext cx="6151036" cy="4576844"/>
          </a:xfrm>
          <a:prstGeom prst="rect">
            <a:avLst/>
          </a:prstGeom>
          <a:noFill/>
          <a:ln>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2"/>
                                        </p:tgtEl>
                                        <p:attrNameLst>
                                          <p:attrName>style.visibility</p:attrName>
                                        </p:attrNameLst>
                                      </p:cBhvr>
                                      <p:to>
                                        <p:strVal val="visible"/>
                                      </p:to>
                                    </p:set>
                                    <p:animEffect transition="in" filter="fade">
                                      <p:cBhvr>
                                        <p:cTn id="7" dur="1822"/>
                                        <p:tgtEl>
                                          <p:spTgt spid="2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3"/>
                                        </p:tgtEl>
                                        <p:attrNameLst>
                                          <p:attrName>style.visibility</p:attrName>
                                        </p:attrNameLst>
                                      </p:cBhvr>
                                      <p:to>
                                        <p:strVal val="visible"/>
                                      </p:to>
                                    </p:set>
                                    <p:animEffect transition="in" filter="fade">
                                      <p:cBhvr>
                                        <p:cTn id="12" dur="2000"/>
                                        <p:tgtEl>
                                          <p:spTgt spid="243"/>
                                        </p:tgtEl>
                                      </p:cBhvr>
                                    </p:animEffect>
                                  </p:childTnLst>
                                </p:cTn>
                              </p:par>
                              <p:par>
                                <p:cTn id="13" presetID="1" presetClass="entr" presetSubtype="0" fill="hold" nodeType="withEffect">
                                  <p:stCondLst>
                                    <p:cond delay="0"/>
                                  </p:stCondLst>
                                  <p:childTnLst>
                                    <p:set>
                                      <p:cBhvr>
                                        <p:cTn id="14" dur="1" fill="hold">
                                          <p:stCondLst>
                                            <p:cond delay="0"/>
                                          </p:stCondLst>
                                        </p:cTn>
                                        <p:tgtEl>
                                          <p:spTgt spid="2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rop">
  <a:themeElements>
    <a:clrScheme name="Crop">
      <a:dk1>
        <a:srgbClr val="000000"/>
      </a:dk1>
      <a:lt1>
        <a:srgbClr val="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rop">
  <a:themeElements>
    <a:clrScheme name="Crop">
      <a:dk1>
        <a:srgbClr val="000000"/>
      </a:dk1>
      <a:lt1>
        <a:srgbClr val="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898</Words>
  <Application>Microsoft Macintosh PowerPoint</Application>
  <PresentationFormat>Widescreen</PresentationFormat>
  <Paragraphs>118</Paragraphs>
  <Slides>17</Slides>
  <Notes>17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17</vt:i4>
      </vt:variant>
    </vt:vector>
  </HeadingPairs>
  <TitlesOfParts>
    <vt:vector size="25" baseType="lpstr">
      <vt:lpstr>Times New Roman</vt:lpstr>
      <vt:lpstr>Constantia</vt:lpstr>
      <vt:lpstr>Libre Franklin</vt:lpstr>
      <vt:lpstr>Calibri</vt:lpstr>
      <vt:lpstr>Noto Sans Symbols</vt:lpstr>
      <vt:lpstr>Arial</vt:lpstr>
      <vt:lpstr>Crop</vt:lpstr>
      <vt:lpstr>Crop</vt:lpstr>
      <vt:lpstr>PowerPoint Presentation</vt:lpstr>
      <vt:lpstr>PowerPoint Presentation</vt:lpstr>
      <vt:lpstr>PowerPoint Presentation</vt:lpstr>
      <vt:lpstr>Language processor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saadi khan</dc:creator>
  <cp:lastModifiedBy>Taimur Sajjad</cp:lastModifiedBy>
  <cp:revision>1</cp:revision>
  <dcterms:created xsi:type="dcterms:W3CDTF">2014-09-12T02:11:33Z</dcterms:created>
  <dcterms:modified xsi:type="dcterms:W3CDTF">2025-08-26T08:54:23Z</dcterms:modified>
</cp:coreProperties>
</file>