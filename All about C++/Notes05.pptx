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5phwu8W+nMOsYO1qjX72vLZQV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6"/>
    <p:restoredTop sz="94092"/>
  </p:normalViewPr>
  <p:slideViewPr>
    <p:cSldViewPr snapToGrid="0">
      <p:cViewPr varScale="1">
        <p:scale>
          <a:sx n="67" d="100"/>
          <a:sy n="67" d="100"/>
        </p:scale>
        <p:origin x="1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Elementary Programming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2565779" y="5745708"/>
            <a:ext cx="7601803" cy="62779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COMSATS University Islamabad, Wah Campus 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438" y="182563"/>
            <a:ext cx="1881330" cy="1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96" name="Google Shape;96;p2" descr="C:\Users\SALMAN\Desktop\cp 1\org.solovyev.android.calculat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0" y="1238258"/>
            <a:ext cx="19812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 descr="Comsats University Logo - Crystal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20201" y="169506"/>
            <a:ext cx="1282245" cy="128224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2010697" y="3958108"/>
            <a:ext cx="3124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Taimu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MS(Data Science)</a:t>
            </a:r>
            <a:endParaRPr sz="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4976354" y="1868843"/>
            <a:ext cx="5134897" cy="103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Fundamentals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2000865" y="4556854"/>
            <a:ext cx="475389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 (Computer Science),,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CUI Wah Campus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706234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What is an Expression in C++?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916939" y="1793189"/>
            <a:ext cx="9892575" cy="3799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325" rIns="0" bIns="0" anchor="t" anchorCtr="0">
            <a:spAutoFit/>
          </a:bodyPr>
          <a:lstStyle/>
          <a:p>
            <a:pPr marL="241300" marR="102235" lvl="0" indent="-22860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US" sz="28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expression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valid arrangement of variables, constants, and  operators.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5080" lvl="0" indent="-228600" algn="l" rtl="0">
              <a:lnSpc>
                <a:spcPct val="107857"/>
              </a:lnSpc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C++, each </a:t>
            </a:r>
            <a:r>
              <a:rPr lang="en-US" sz="28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expression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evaluated to compute a value of a  given type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3050"/>
              <a:buFont typeface="Arial"/>
              <a:buNone/>
            </a:pP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C++, an expression can be: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variable or a constant (count, 100)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operation (a + b, a * 2)</a:t>
            </a:r>
            <a:endParaRPr/>
          </a:p>
          <a:p>
            <a:pPr marL="698500" marR="0" lvl="1" indent="-229234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call (getRectangleArea(2, 4))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706234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What is an Expression in C++?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916939" y="1793189"/>
            <a:ext cx="9638665" cy="3799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325" rIns="0" bIns="0" anchor="t" anchorCtr="0">
            <a:spAutoFit/>
          </a:bodyPr>
          <a:lstStyle/>
          <a:p>
            <a:pPr marL="241300" marR="102235" lvl="0" indent="-22860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US" sz="28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expression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valid arrangement of variables, constants, and  operators.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5080" lvl="0" indent="-228600" algn="l" rtl="0">
              <a:lnSpc>
                <a:spcPct val="107857"/>
              </a:lnSpc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C++, each </a:t>
            </a:r>
            <a:r>
              <a:rPr lang="en-US" sz="28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expression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evaluated to compute a value of a  given type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3050"/>
              <a:buFont typeface="Arial"/>
              <a:buNone/>
            </a:pP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C++, an expression can be: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variable or a constant (count, 100)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operation (a + b, a * 2)</a:t>
            </a:r>
            <a:endParaRPr/>
          </a:p>
          <a:p>
            <a:pPr marL="698500" marR="0" lvl="1" indent="-229234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call (getRectangleArea(2, 4))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79361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Assignment Operator</a:t>
            </a:r>
            <a:endParaRPr sz="4400"/>
          </a:p>
        </p:txBody>
      </p:sp>
      <p:sp>
        <p:nvSpPr>
          <p:cNvPr id="118" name="Google Shape;118;p5"/>
          <p:cNvSpPr txBox="1"/>
          <p:nvPr/>
        </p:nvSpPr>
        <p:spPr>
          <a:xfrm>
            <a:off x="916939" y="1706841"/>
            <a:ext cx="9126220" cy="296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842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operator to give (assign) a value to a variable.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Denote as ‘=‘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</a:t>
            </a:r>
            <a:r>
              <a:rPr lang="en-US" sz="2800" b="1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variable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on the left side.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US" sz="2800">
                <a:solidFill>
                  <a:srgbClr val="EC7C30"/>
                </a:solidFill>
                <a:latin typeface="Calibri"/>
                <a:ea typeface="Calibri"/>
                <a:cs typeface="Calibri"/>
                <a:sym typeface="Calibri"/>
              </a:rPr>
              <a:t>expression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on the right side.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13928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keep their assigned values until changed by another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assignment statement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by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in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new value.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36524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Assignment Operator Syntax</a:t>
            </a:r>
            <a:endParaRPr sz="4400"/>
          </a:p>
        </p:txBody>
      </p:sp>
      <p:sp>
        <p:nvSpPr>
          <p:cNvPr id="124" name="Google Shape;124;p6"/>
          <p:cNvSpPr txBox="1"/>
          <p:nvPr/>
        </p:nvSpPr>
        <p:spPr>
          <a:xfrm>
            <a:off x="916939" y="1756565"/>
            <a:ext cx="10126980" cy="268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87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= Expression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First, </a:t>
            </a:r>
            <a:r>
              <a:rPr lang="en-US" sz="2400" b="0" i="0" u="none" strike="noStrike" cap="none">
                <a:solidFill>
                  <a:srgbClr val="4471C4"/>
                </a:solidFill>
                <a:latin typeface="Calibri"/>
                <a:ea typeface="Calibri"/>
                <a:cs typeface="Calibri"/>
                <a:sym typeface="Calibri"/>
              </a:rPr>
              <a:t>expression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right is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evaluated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the resulting value is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stored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memory location of Variable on left.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93345" lvl="0" indent="-228600" algn="l" rtl="0">
              <a:lnSpc>
                <a:spcPct val="107857"/>
              </a:lnSpc>
              <a:spcBef>
                <a:spcPts val="193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	An automatic type coercion occurs </a:t>
            </a:r>
            <a:r>
              <a:rPr lang="en-US" sz="280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after evaluation but before  the value is stored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types differ for Expression and Variable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75932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Arithmetic Operators</a:t>
            </a:r>
            <a:endParaRPr sz="4400"/>
          </a:p>
        </p:txBody>
      </p:sp>
      <p:sp>
        <p:nvSpPr>
          <p:cNvPr id="130" name="Google Shape;130;p7"/>
          <p:cNvSpPr txBox="1"/>
          <p:nvPr/>
        </p:nvSpPr>
        <p:spPr>
          <a:xfrm>
            <a:off x="916939" y="1706841"/>
            <a:ext cx="9799320" cy="3479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842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Operators: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+, -, * /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floating numbers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result as same as Math operations.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on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division: the result is an integer.	</a:t>
            </a: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7/2 is 3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5080" lvl="0" indent="-228600" algn="l" rtl="0">
              <a:lnSpc>
                <a:spcPct val="107857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(remainder or modulo) is the special operator just for integer.	It  yields an integer as the result.	</a:t>
            </a: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7%2 is 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/ and % can only be used for positive integers.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Precedence rule is similar to Math.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81076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Operator Precedence</a:t>
            </a:r>
            <a:endParaRPr sz="4400"/>
          </a:p>
        </p:txBody>
      </p:sp>
      <p:sp>
        <p:nvSpPr>
          <p:cNvPr id="136" name="Google Shape;136;p8"/>
          <p:cNvSpPr/>
          <p:nvPr/>
        </p:nvSpPr>
        <p:spPr>
          <a:xfrm>
            <a:off x="2153411" y="1854707"/>
            <a:ext cx="7706868" cy="39182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11093957" y="6426809"/>
            <a:ext cx="180975" cy="208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>
            <a:spLocks noGrp="1"/>
          </p:cNvSpPr>
          <p:nvPr>
            <p:ph type="title"/>
          </p:nvPr>
        </p:nvSpPr>
        <p:spPr>
          <a:xfrm>
            <a:off x="916939" y="307924"/>
            <a:ext cx="8657590" cy="1301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525" rIns="0" bIns="0" anchor="ctr" anchorCtr="0">
            <a:spAutoFit/>
          </a:bodyPr>
          <a:lstStyle/>
          <a:p>
            <a:pPr marL="12700" marR="5080" lvl="0" indent="0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Evaluating an Expression and Operator  Precedence</a:t>
            </a:r>
            <a:endParaRPr sz="4400"/>
          </a:p>
        </p:txBody>
      </p:sp>
      <p:sp>
        <p:nvSpPr>
          <p:cNvPr id="143" name="Google Shape;143;p9"/>
          <p:cNvSpPr txBox="1"/>
          <p:nvPr/>
        </p:nvSpPr>
        <p:spPr>
          <a:xfrm>
            <a:off x="11093957" y="6426809"/>
            <a:ext cx="180975" cy="208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219260" y="2093965"/>
            <a:ext cx="9759378" cy="39039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Task 01</a:t>
            </a:r>
            <a:endParaRPr/>
          </a:p>
        </p:txBody>
      </p:sp>
      <p:sp>
        <p:nvSpPr>
          <p:cNvPr id="150" name="Google Shape;150;p10"/>
          <p:cNvSpPr txBox="1"/>
          <p:nvPr/>
        </p:nvSpPr>
        <p:spPr>
          <a:xfrm>
            <a:off x="930812" y="1447542"/>
            <a:ext cx="10787576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Write </a:t>
            </a:r>
            <a:r>
              <a:rPr lang="en-US" sz="1800" b="0" i="0" u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 program that converts a Fahrenheit degree to Celsius using the formula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celsius </a:t>
            </a:r>
            <a:r>
              <a:rPr lang="en-US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800" b="0" i="0" u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US" sz="1800" b="0" i="0" u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5/9</a:t>
            </a:r>
            <a:r>
              <a:rPr lang="en-US" sz="2800" b="0" i="0" u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US" sz="1800" b="0" i="0" u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 </a:t>
            </a:r>
            <a:r>
              <a:rPr lang="en-US" sz="1800" b="0" i="1" u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fahrenheit </a:t>
            </a:r>
            <a:r>
              <a:rPr lang="en-US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1800" b="0" i="0" u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32).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6450" y="2429015"/>
            <a:ext cx="4019550" cy="2846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76450" y="5159374"/>
            <a:ext cx="4010025" cy="1494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0" y="2247761"/>
            <a:ext cx="563880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55074" y="5969053"/>
            <a:ext cx="7636926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>
            <a:spLocks noGrp="1"/>
          </p:cNvSpPr>
          <p:nvPr>
            <p:ph type="title"/>
          </p:nvPr>
        </p:nvSpPr>
        <p:spPr>
          <a:xfrm>
            <a:off x="838200" y="52836"/>
            <a:ext cx="10515600" cy="68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Task 01</a:t>
            </a:r>
            <a:endParaRPr/>
          </a:p>
        </p:txBody>
      </p:sp>
      <p:sp>
        <p:nvSpPr>
          <p:cNvPr id="160" name="Google Shape;160;p11"/>
          <p:cNvSpPr txBox="1"/>
          <p:nvPr/>
        </p:nvSpPr>
        <p:spPr>
          <a:xfrm>
            <a:off x="938464" y="945090"/>
            <a:ext cx="85905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 user to enter two floating point numbers and calculate their modulus.</a:t>
            </a:r>
            <a:endParaRPr/>
          </a:p>
        </p:txBody>
      </p:sp>
      <p:pic>
        <p:nvPicPr>
          <p:cNvPr id="161" name="Google Shape;16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1403" y="1537086"/>
            <a:ext cx="43434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72150" y="2117050"/>
            <a:ext cx="6419850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1"/>
          <p:cNvSpPr txBox="1"/>
          <p:nvPr/>
        </p:nvSpPr>
        <p:spPr>
          <a:xfrm>
            <a:off x="5955633" y="1392571"/>
            <a:ext cx="53981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Casting does not change the variable being cast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84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Named Constants</a:t>
            </a:r>
            <a:endParaRPr/>
          </a:p>
        </p:txBody>
      </p:sp>
      <p:sp>
        <p:nvSpPr>
          <p:cNvPr id="170" name="Google Shape;170;p12"/>
          <p:cNvSpPr txBox="1"/>
          <p:nvPr/>
        </p:nvSpPr>
        <p:spPr>
          <a:xfrm>
            <a:off x="945831" y="1351668"/>
            <a:ext cx="985324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u="none" strike="noStrike">
                <a:solidFill>
                  <a:srgbClr val="006666"/>
                </a:solidFill>
                <a:latin typeface="Times"/>
                <a:ea typeface="Times"/>
                <a:cs typeface="Times"/>
                <a:sym typeface="Times"/>
              </a:rPr>
              <a:t>named constant is an identifier that represents a permanent value.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542734" y="1872954"/>
            <a:ext cx="609834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>
                <a:solidFill>
                  <a:srgbClr val="006666"/>
                </a:solidFill>
                <a:latin typeface="Lucida Sans"/>
                <a:ea typeface="Lucida Sans"/>
                <a:cs typeface="Lucida Sans"/>
                <a:sym typeface="Lucida Sans"/>
              </a:rPr>
              <a:t>Syntax: const </a:t>
            </a:r>
            <a:r>
              <a:rPr lang="en-US" sz="2000" b="1" i="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datatype CONSTANTNAME = value;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2265" y="2244930"/>
            <a:ext cx="5628690" cy="3832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5971588"/>
            <a:ext cx="6098344" cy="886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30453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Increment and Decrement Operators</a:t>
            </a:r>
            <a:endParaRPr sz="4400"/>
          </a:p>
        </p:txBody>
      </p:sp>
      <p:sp>
        <p:nvSpPr>
          <p:cNvPr id="179" name="Google Shape;179;p13"/>
          <p:cNvSpPr/>
          <p:nvPr/>
        </p:nvSpPr>
        <p:spPr>
          <a:xfrm>
            <a:off x="2677286" y="2076128"/>
            <a:ext cx="6286499" cy="336088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11093957" y="6426809"/>
            <a:ext cx="180975" cy="208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30453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Increment and Decrement Operators</a:t>
            </a:r>
            <a:endParaRPr sz="4400"/>
          </a:p>
        </p:txBody>
      </p:sp>
      <p:sp>
        <p:nvSpPr>
          <p:cNvPr id="186" name="Google Shape;186;p14"/>
          <p:cNvSpPr/>
          <p:nvPr/>
        </p:nvSpPr>
        <p:spPr>
          <a:xfrm>
            <a:off x="2613272" y="4075385"/>
            <a:ext cx="6424410" cy="156657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11093957" y="6426809"/>
            <a:ext cx="180975" cy="208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2383180" y="1895366"/>
            <a:ext cx="6872159" cy="158952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73938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Augmented Assignment Operators</a:t>
            </a:r>
            <a:endParaRPr sz="4400"/>
          </a:p>
        </p:txBody>
      </p:sp>
      <p:sp>
        <p:nvSpPr>
          <p:cNvPr id="194" name="Google Shape;194;p15"/>
          <p:cNvSpPr/>
          <p:nvPr/>
        </p:nvSpPr>
        <p:spPr>
          <a:xfrm>
            <a:off x="3009413" y="2379746"/>
            <a:ext cx="5323714" cy="24976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11093957" y="6426809"/>
            <a:ext cx="180975" cy="208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>
            <a:spLocks noGrp="1"/>
          </p:cNvSpPr>
          <p:nvPr>
            <p:ph type="title"/>
          </p:nvPr>
        </p:nvSpPr>
        <p:spPr>
          <a:xfrm>
            <a:off x="3612013" y="465297"/>
            <a:ext cx="411607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Escape Sequences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916939" y="1706841"/>
            <a:ext cx="9988550" cy="352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842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backslash is called the escape character.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5080" lvl="0" indent="-228600" algn="l" rtl="0">
              <a:lnSpc>
                <a:spcPct val="107857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tells the compiler that the next character is	“escaping” it’s typical  definition and is using its secondary definition.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line: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horizontal tab: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backslash: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\\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double quote	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\”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>
            <a:spLocks noGrp="1"/>
          </p:cNvSpPr>
          <p:nvPr>
            <p:ph type="title"/>
          </p:nvPr>
        </p:nvSpPr>
        <p:spPr>
          <a:xfrm>
            <a:off x="5165407" y="621707"/>
            <a:ext cx="186118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Newline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916939" y="1706841"/>
            <a:ext cx="9794240" cy="1945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842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cout&lt;&lt;“\n”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cout&lt;&lt;endl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are used to insert a blank line.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5080" lvl="0" indent="-228600" algn="l" rtl="0">
              <a:lnSpc>
                <a:spcPct val="107857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Advances the cursor to the start of the next line rather than to the  next space.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end the output of all programs with this statement.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>
            <a:spLocks noGrp="1"/>
          </p:cNvSpPr>
          <p:nvPr>
            <p:ph type="title"/>
          </p:nvPr>
        </p:nvSpPr>
        <p:spPr>
          <a:xfrm>
            <a:off x="797560" y="193041"/>
            <a:ext cx="633476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Executing a C++ Program</a:t>
            </a:r>
            <a:endParaRPr/>
          </a:p>
        </p:txBody>
      </p:sp>
      <p:pic>
        <p:nvPicPr>
          <p:cNvPr id="213" name="Google Shape;213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816690" y="751841"/>
            <a:ext cx="6936909" cy="5740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Errors</a:t>
            </a:r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Syntax (When an invalid statement is written i.e. Missing semicolon, misspelled word)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Logical (that occurs due to poor logic and cannot be detected by compiler)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Run-Time (Error occurs during execution time. When u open file not existing. Give wrong type of data.)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Macintosh PowerPoint</Application>
  <PresentationFormat>Widescreen</PresentationFormat>
  <Paragraphs>82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Lucida Sans</vt:lpstr>
      <vt:lpstr>Times</vt:lpstr>
      <vt:lpstr>Times New Roman</vt:lpstr>
      <vt:lpstr>Office Theme</vt:lpstr>
      <vt:lpstr>Elementary Programming</vt:lpstr>
      <vt:lpstr>PowerPoint Presentation</vt:lpstr>
      <vt:lpstr>What is an Expression in C++?</vt:lpstr>
      <vt:lpstr>What is an Expression in C++?</vt:lpstr>
      <vt:lpstr>Assignment Operator</vt:lpstr>
      <vt:lpstr>Assignment Operator Syntax</vt:lpstr>
      <vt:lpstr>Arithmetic Operators</vt:lpstr>
      <vt:lpstr>Operator Precedence</vt:lpstr>
      <vt:lpstr>Evaluating an Expression and Operator  Precedence</vt:lpstr>
      <vt:lpstr>Task 01</vt:lpstr>
      <vt:lpstr>Task 01</vt:lpstr>
      <vt:lpstr>Named Constants</vt:lpstr>
      <vt:lpstr>Increment and Decrement Operators</vt:lpstr>
      <vt:lpstr>Increment and Decrement Operators</vt:lpstr>
      <vt:lpstr>Augmented Assignment Operators</vt:lpstr>
      <vt:lpstr>Escape Sequences</vt:lpstr>
      <vt:lpstr>Newline</vt:lpstr>
      <vt:lpstr>Executing a C++ Program</vt:lpstr>
      <vt:lpstr>Types of Errors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Elementary Programming</dc:title>
  <dc:creator>Anam</dc:creator>
  <cp:lastModifiedBy>Taimur Sajjad</cp:lastModifiedBy>
  <cp:revision>1</cp:revision>
  <dcterms:created xsi:type="dcterms:W3CDTF">2020-05-18T07:41:13Z</dcterms:created>
  <dcterms:modified xsi:type="dcterms:W3CDTF">2025-02-17T17:40:22Z</dcterms:modified>
</cp:coreProperties>
</file>