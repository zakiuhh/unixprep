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17"/>
  </p:notesMasterIdLst>
  <p:sldIdLst>
    <p:sldId id="389" r:id="rId2"/>
    <p:sldId id="298" r:id="rId3"/>
    <p:sldId id="378" r:id="rId4"/>
    <p:sldId id="356" r:id="rId5"/>
    <p:sldId id="376" r:id="rId6"/>
    <p:sldId id="359" r:id="rId7"/>
    <p:sldId id="361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1BC7"/>
    <a:srgbClr val="B80000"/>
    <a:srgbClr val="008000"/>
    <a:srgbClr val="2C14DE"/>
    <a:srgbClr val="39DFE7"/>
    <a:srgbClr val="27558D"/>
    <a:srgbClr val="D20000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58F4A1-F8EE-550A-2C74-770585FA7F36}" v="4" dt="2026-03-02T05:09:43.959"/>
    <p1510:client id="{7B0EB827-D544-3671-50A8-F7685D6F3EA5}" v="1" dt="2026-03-02T05:10:53.320"/>
    <p1510:client id="{BE70A7E7-FC6E-443A-BCC2-D104143F8D48}" v="12" dt="2026-03-02T05:08:28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7958F4A1-F8EE-550A-2C74-770585FA7F36}"/>
    <pc:docChg chg="modSld">
      <pc:chgData name="Guest User" userId="" providerId="Windows Live" clId="Web-{7958F4A1-F8EE-550A-2C74-770585FA7F36}" dt="2026-03-02T05:09:43.959" v="1" actId="20577"/>
      <pc:docMkLst>
        <pc:docMk/>
      </pc:docMkLst>
      <pc:sldChg chg="modSp">
        <pc:chgData name="Guest User" userId="" providerId="Windows Live" clId="Web-{7958F4A1-F8EE-550A-2C74-770585FA7F36}" dt="2026-03-02T05:09:43.959" v="1" actId="20577"/>
        <pc:sldMkLst>
          <pc:docMk/>
          <pc:sldMk cId="0" sldId="378"/>
        </pc:sldMkLst>
        <pc:spChg chg="mod">
          <ac:chgData name="Guest User" userId="" providerId="Windows Live" clId="Web-{7958F4A1-F8EE-550A-2C74-770585FA7F36}" dt="2026-03-02T05:09:43.959" v="1" actId="20577"/>
          <ac:spMkLst>
            <pc:docMk/>
            <pc:sldMk cId="0" sldId="378"/>
            <ac:spMk id="3" creationId="{00000000-0000-0000-0000-000000000000}"/>
          </ac:spMkLst>
        </pc:spChg>
      </pc:sldChg>
    </pc:docChg>
  </pc:docChgLst>
  <pc:docChgLst>
    <pc:chgData name="Guest User" providerId="Windows Live" clId="Web-{BE70A7E7-FC6E-443A-BCC2-D104143F8D48}"/>
    <pc:docChg chg="mod modSld addMainMaster delMainMaster">
      <pc:chgData name="Guest User" userId="" providerId="Windows Live" clId="Web-{BE70A7E7-FC6E-443A-BCC2-D104143F8D48}" dt="2026-03-02T05:08:28.862" v="11"/>
      <pc:docMkLst>
        <pc:docMk/>
      </pc:docMkLst>
      <pc:sldChg chg="modSp mod modClrScheme chgLayout">
        <pc:chgData name="Guest User" userId="" providerId="Windows Live" clId="Web-{BE70A7E7-FC6E-443A-BCC2-D104143F8D48}" dt="2026-03-02T05:08:28.862" v="11"/>
        <pc:sldMkLst>
          <pc:docMk/>
          <pc:sldMk cId="1796744970" sldId="298"/>
        </pc:sldMkLst>
        <pc:spChg chg="mod ord">
          <ac:chgData name="Guest User" userId="" providerId="Windows Live" clId="Web-{BE70A7E7-FC6E-443A-BCC2-D104143F8D48}" dt="2026-03-02T05:08:28.862" v="11"/>
          <ac:spMkLst>
            <pc:docMk/>
            <pc:sldMk cId="1796744970" sldId="298"/>
            <ac:spMk id="4" creationId="{40F4B3DD-A758-5B69-A9CC-1CC2E3944163}"/>
          </ac:spMkLst>
        </pc:spChg>
      </pc:sldChg>
      <pc:sldChg chg="modSp mod modClrScheme chgLayout">
        <pc:chgData name="Guest User" userId="" providerId="Windows Live" clId="Web-{BE70A7E7-FC6E-443A-BCC2-D104143F8D48}" dt="2026-03-02T05:08:28.862" v="11"/>
        <pc:sldMkLst>
          <pc:docMk/>
          <pc:sldMk cId="353621852" sldId="356"/>
        </pc:sldMkLst>
        <pc:spChg chg="mod ord">
          <ac:chgData name="Guest User" userId="" providerId="Windows Live" clId="Web-{BE70A7E7-FC6E-443A-BCC2-D104143F8D48}" dt="2026-03-02T05:08:28.862" v="11"/>
          <ac:spMkLst>
            <pc:docMk/>
            <pc:sldMk cId="353621852" sldId="356"/>
            <ac:spMk id="62466" creationId="{00000000-0000-0000-0000-000000000000}"/>
          </ac:spMkLst>
        </pc:spChg>
        <pc:spChg chg="mod ord">
          <ac:chgData name="Guest User" userId="" providerId="Windows Live" clId="Web-{BE70A7E7-FC6E-443A-BCC2-D104143F8D48}" dt="2026-03-02T05:08:28.862" v="11"/>
          <ac:spMkLst>
            <pc:docMk/>
            <pc:sldMk cId="353621852" sldId="356"/>
            <ac:spMk id="62467" creationId="{00000000-0000-0000-0000-000000000000}"/>
          </ac:spMkLst>
        </pc:spChg>
      </pc:sldChg>
      <pc:sldChg chg="modSp mod modClrScheme chgLayout">
        <pc:chgData name="Guest User" userId="" providerId="Windows Live" clId="Web-{BE70A7E7-FC6E-443A-BCC2-D104143F8D48}" dt="2026-03-02T05:08:28.862" v="11"/>
        <pc:sldMkLst>
          <pc:docMk/>
          <pc:sldMk cId="1225260561" sldId="359"/>
        </pc:sldMkLst>
        <pc:spChg chg="mod ord">
          <ac:chgData name="Guest User" userId="" providerId="Windows Live" clId="Web-{BE70A7E7-FC6E-443A-BCC2-D104143F8D48}" dt="2026-03-02T05:08:28.862" v="11"/>
          <ac:spMkLst>
            <pc:docMk/>
            <pc:sldMk cId="1225260561" sldId="359"/>
            <ac:spMk id="90114" creationId="{00000000-0000-0000-0000-000000000000}"/>
          </ac:spMkLst>
        </pc:spChg>
        <pc:spChg chg="mod ord">
          <ac:chgData name="Guest User" userId="" providerId="Windows Live" clId="Web-{BE70A7E7-FC6E-443A-BCC2-D104143F8D48}" dt="2026-03-02T05:08:28.862" v="11"/>
          <ac:spMkLst>
            <pc:docMk/>
            <pc:sldMk cId="1225260561" sldId="359"/>
            <ac:spMk id="90115" creationId="{00000000-0000-0000-0000-000000000000}"/>
          </ac:spMkLst>
        </pc:spChg>
      </pc:sldChg>
      <pc:sldChg chg="modSp mod modClrScheme chgLayout">
        <pc:chgData name="Guest User" userId="" providerId="Windows Live" clId="Web-{BE70A7E7-FC6E-443A-BCC2-D104143F8D48}" dt="2026-03-02T05:08:28.862" v="11"/>
        <pc:sldMkLst>
          <pc:docMk/>
          <pc:sldMk cId="2222724660" sldId="361"/>
        </pc:sldMkLst>
        <pc:spChg chg="mod ord">
          <ac:chgData name="Guest User" userId="" providerId="Windows Live" clId="Web-{BE70A7E7-FC6E-443A-BCC2-D104143F8D48}" dt="2026-03-02T05:08:28.862" v="11"/>
          <ac:spMkLst>
            <pc:docMk/>
            <pc:sldMk cId="2222724660" sldId="361"/>
            <ac:spMk id="90114" creationId="{00000000-0000-0000-0000-000000000000}"/>
          </ac:spMkLst>
        </pc:spChg>
        <pc:spChg chg="mod ord">
          <ac:chgData name="Guest User" userId="" providerId="Windows Live" clId="Web-{BE70A7E7-FC6E-443A-BCC2-D104143F8D48}" dt="2026-03-02T05:08:28.862" v="11"/>
          <ac:spMkLst>
            <pc:docMk/>
            <pc:sldMk cId="2222724660" sldId="361"/>
            <ac:spMk id="90115" creationId="{00000000-0000-0000-0000-000000000000}"/>
          </ac:spMkLst>
        </pc:spChg>
      </pc:sldChg>
      <pc:sldChg chg="modSp mod modClrScheme chgLayout">
        <pc:chgData name="Guest User" userId="" providerId="Windows Live" clId="Web-{BE70A7E7-FC6E-443A-BCC2-D104143F8D48}" dt="2026-03-02T05:08:28.862" v="11"/>
        <pc:sldMkLst>
          <pc:docMk/>
          <pc:sldMk cId="430038350" sldId="364"/>
        </pc:sldMkLst>
        <pc:spChg chg="mod ord">
          <ac:chgData name="Guest User" userId="" providerId="Windows Live" clId="Web-{BE70A7E7-FC6E-443A-BCC2-D104143F8D48}" dt="2026-03-02T05:08:28.862" v="11"/>
          <ac:spMkLst>
            <pc:docMk/>
            <pc:sldMk cId="430038350" sldId="364"/>
            <ac:spMk id="90114" creationId="{00000000-0000-0000-0000-000000000000}"/>
          </ac:spMkLst>
        </pc:spChg>
        <pc:spChg chg="mod ord">
          <ac:chgData name="Guest User" userId="" providerId="Windows Live" clId="Web-{BE70A7E7-FC6E-443A-BCC2-D104143F8D48}" dt="2026-03-02T05:08:28.862" v="11"/>
          <ac:spMkLst>
            <pc:docMk/>
            <pc:sldMk cId="430038350" sldId="364"/>
            <ac:spMk id="90115" creationId="{00000000-0000-0000-0000-000000000000}"/>
          </ac:spMkLst>
        </pc:spChg>
      </pc:sldChg>
      <pc:sldChg chg="modSp mod modClrScheme chgLayout">
        <pc:chgData name="Guest User" userId="" providerId="Windows Live" clId="Web-{BE70A7E7-FC6E-443A-BCC2-D104143F8D48}" dt="2026-03-02T05:08:28.862" v="11"/>
        <pc:sldMkLst>
          <pc:docMk/>
          <pc:sldMk cId="1532336752" sldId="365"/>
        </pc:sldMkLst>
        <pc:spChg chg="mod ord">
          <ac:chgData name="Guest User" userId="" providerId="Windows Live" clId="Web-{BE70A7E7-FC6E-443A-BCC2-D104143F8D48}" dt="2026-03-02T05:08:28.862" v="11"/>
          <ac:spMkLst>
            <pc:docMk/>
            <pc:sldMk cId="1532336752" sldId="365"/>
            <ac:spMk id="90114" creationId="{00000000-0000-0000-0000-000000000000}"/>
          </ac:spMkLst>
        </pc:spChg>
        <pc:spChg chg="mod ord">
          <ac:chgData name="Guest User" userId="" providerId="Windows Live" clId="Web-{BE70A7E7-FC6E-443A-BCC2-D104143F8D48}" dt="2026-03-02T05:08:28.862" v="11"/>
          <ac:spMkLst>
            <pc:docMk/>
            <pc:sldMk cId="1532336752" sldId="365"/>
            <ac:spMk id="90115" creationId="{00000000-0000-0000-0000-000000000000}"/>
          </ac:spMkLst>
        </pc:spChg>
      </pc:sldChg>
      <pc:sldChg chg="modSp mod modClrScheme chgLayout">
        <pc:chgData name="Guest User" userId="" providerId="Windows Live" clId="Web-{BE70A7E7-FC6E-443A-BCC2-D104143F8D48}" dt="2026-03-02T05:08:28.862" v="11"/>
        <pc:sldMkLst>
          <pc:docMk/>
          <pc:sldMk cId="3104864027" sldId="366"/>
        </pc:sldMkLst>
        <pc:spChg chg="mod ord">
          <ac:chgData name="Guest User" userId="" providerId="Windows Live" clId="Web-{BE70A7E7-FC6E-443A-BCC2-D104143F8D48}" dt="2026-03-02T05:08:28.862" v="11"/>
          <ac:spMkLst>
            <pc:docMk/>
            <pc:sldMk cId="3104864027" sldId="366"/>
            <ac:spMk id="90114" creationId="{00000000-0000-0000-0000-000000000000}"/>
          </ac:spMkLst>
        </pc:spChg>
        <pc:spChg chg="mod ord">
          <ac:chgData name="Guest User" userId="" providerId="Windows Live" clId="Web-{BE70A7E7-FC6E-443A-BCC2-D104143F8D48}" dt="2026-03-02T05:08:28.862" v="11"/>
          <ac:spMkLst>
            <pc:docMk/>
            <pc:sldMk cId="3104864027" sldId="366"/>
            <ac:spMk id="90115" creationId="{00000000-0000-0000-0000-000000000000}"/>
          </ac:spMkLst>
        </pc:spChg>
      </pc:sldChg>
      <pc:sldChg chg="modSp mod modClrScheme chgLayout">
        <pc:chgData name="Guest User" userId="" providerId="Windows Live" clId="Web-{BE70A7E7-FC6E-443A-BCC2-D104143F8D48}" dt="2026-03-02T05:08:28.862" v="11"/>
        <pc:sldMkLst>
          <pc:docMk/>
          <pc:sldMk cId="3019975442" sldId="367"/>
        </pc:sldMkLst>
        <pc:spChg chg="mod ord">
          <ac:chgData name="Guest User" userId="" providerId="Windows Live" clId="Web-{BE70A7E7-FC6E-443A-BCC2-D104143F8D48}" dt="2026-03-02T05:08:28.862" v="11"/>
          <ac:spMkLst>
            <pc:docMk/>
            <pc:sldMk cId="3019975442" sldId="367"/>
            <ac:spMk id="90114" creationId="{00000000-0000-0000-0000-000000000000}"/>
          </ac:spMkLst>
        </pc:spChg>
      </pc:sldChg>
      <pc:sldChg chg="modSp mod modClrScheme chgLayout">
        <pc:chgData name="Guest User" userId="" providerId="Windows Live" clId="Web-{BE70A7E7-FC6E-443A-BCC2-D104143F8D48}" dt="2026-03-02T05:08:28.862" v="11"/>
        <pc:sldMkLst>
          <pc:docMk/>
          <pc:sldMk cId="3857942227" sldId="368"/>
        </pc:sldMkLst>
        <pc:spChg chg="mod ord">
          <ac:chgData name="Guest User" userId="" providerId="Windows Live" clId="Web-{BE70A7E7-FC6E-443A-BCC2-D104143F8D48}" dt="2026-03-02T05:08:28.862" v="11"/>
          <ac:spMkLst>
            <pc:docMk/>
            <pc:sldMk cId="3857942227" sldId="368"/>
            <ac:spMk id="90114" creationId="{00000000-0000-0000-0000-000000000000}"/>
          </ac:spMkLst>
        </pc:spChg>
        <pc:spChg chg="mod ord">
          <ac:chgData name="Guest User" userId="" providerId="Windows Live" clId="Web-{BE70A7E7-FC6E-443A-BCC2-D104143F8D48}" dt="2026-03-02T05:08:28.862" v="11"/>
          <ac:spMkLst>
            <pc:docMk/>
            <pc:sldMk cId="3857942227" sldId="368"/>
            <ac:spMk id="90115" creationId="{00000000-0000-0000-0000-000000000000}"/>
          </ac:spMkLst>
        </pc:spChg>
      </pc:sldChg>
      <pc:sldChg chg="modSp mod modClrScheme chgLayout">
        <pc:chgData name="Guest User" userId="" providerId="Windows Live" clId="Web-{BE70A7E7-FC6E-443A-BCC2-D104143F8D48}" dt="2026-03-02T05:08:28.862" v="11"/>
        <pc:sldMkLst>
          <pc:docMk/>
          <pc:sldMk cId="3426861598" sldId="369"/>
        </pc:sldMkLst>
        <pc:spChg chg="mod ord">
          <ac:chgData name="Guest User" userId="" providerId="Windows Live" clId="Web-{BE70A7E7-FC6E-443A-BCC2-D104143F8D48}" dt="2026-03-02T05:08:28.862" v="11"/>
          <ac:spMkLst>
            <pc:docMk/>
            <pc:sldMk cId="3426861598" sldId="369"/>
            <ac:spMk id="90114" creationId="{00000000-0000-0000-0000-000000000000}"/>
          </ac:spMkLst>
        </pc:spChg>
        <pc:spChg chg="mod ord">
          <ac:chgData name="Guest User" userId="" providerId="Windows Live" clId="Web-{BE70A7E7-FC6E-443A-BCC2-D104143F8D48}" dt="2026-03-02T05:08:28.862" v="11"/>
          <ac:spMkLst>
            <pc:docMk/>
            <pc:sldMk cId="3426861598" sldId="369"/>
            <ac:spMk id="90115" creationId="{00000000-0000-0000-0000-000000000000}"/>
          </ac:spMkLst>
        </pc:spChg>
      </pc:sldChg>
      <pc:sldChg chg="modSp mod modClrScheme chgLayout">
        <pc:chgData name="Guest User" userId="" providerId="Windows Live" clId="Web-{BE70A7E7-FC6E-443A-BCC2-D104143F8D48}" dt="2026-03-02T05:08:28.862" v="11"/>
        <pc:sldMkLst>
          <pc:docMk/>
          <pc:sldMk cId="1929150867" sldId="370"/>
        </pc:sldMkLst>
        <pc:spChg chg="mod ord">
          <ac:chgData name="Guest User" userId="" providerId="Windows Live" clId="Web-{BE70A7E7-FC6E-443A-BCC2-D104143F8D48}" dt="2026-03-02T05:08:28.862" v="11"/>
          <ac:spMkLst>
            <pc:docMk/>
            <pc:sldMk cId="1929150867" sldId="370"/>
            <ac:spMk id="90114" creationId="{00000000-0000-0000-0000-000000000000}"/>
          </ac:spMkLst>
        </pc:spChg>
        <pc:spChg chg="mod ord">
          <ac:chgData name="Guest User" userId="" providerId="Windows Live" clId="Web-{BE70A7E7-FC6E-443A-BCC2-D104143F8D48}" dt="2026-03-02T05:08:28.862" v="11"/>
          <ac:spMkLst>
            <pc:docMk/>
            <pc:sldMk cId="1929150867" sldId="370"/>
            <ac:spMk id="90115" creationId="{00000000-0000-0000-0000-000000000000}"/>
          </ac:spMkLst>
        </pc:spChg>
      </pc:sldChg>
      <pc:sldChg chg="modSp mod modClrScheme chgLayout">
        <pc:chgData name="Guest User" userId="" providerId="Windows Live" clId="Web-{BE70A7E7-FC6E-443A-BCC2-D104143F8D48}" dt="2026-03-02T05:08:28.862" v="11"/>
        <pc:sldMkLst>
          <pc:docMk/>
          <pc:sldMk cId="3244999719" sldId="371"/>
        </pc:sldMkLst>
        <pc:spChg chg="mod ord">
          <ac:chgData name="Guest User" userId="" providerId="Windows Live" clId="Web-{BE70A7E7-FC6E-443A-BCC2-D104143F8D48}" dt="2026-03-02T05:08:28.862" v="11"/>
          <ac:spMkLst>
            <pc:docMk/>
            <pc:sldMk cId="3244999719" sldId="371"/>
            <ac:spMk id="90114" creationId="{00000000-0000-0000-0000-000000000000}"/>
          </ac:spMkLst>
        </pc:spChg>
        <pc:spChg chg="mod ord">
          <ac:chgData name="Guest User" userId="" providerId="Windows Live" clId="Web-{BE70A7E7-FC6E-443A-BCC2-D104143F8D48}" dt="2026-03-02T05:08:28.862" v="11"/>
          <ac:spMkLst>
            <pc:docMk/>
            <pc:sldMk cId="3244999719" sldId="371"/>
            <ac:spMk id="90115" creationId="{00000000-0000-0000-0000-000000000000}"/>
          </ac:spMkLst>
        </pc:spChg>
      </pc:sldChg>
      <pc:sldChg chg="modSp mod modClrScheme chgLayout">
        <pc:chgData name="Guest User" userId="" providerId="Windows Live" clId="Web-{BE70A7E7-FC6E-443A-BCC2-D104143F8D48}" dt="2026-03-02T05:08:28.862" v="11"/>
        <pc:sldMkLst>
          <pc:docMk/>
          <pc:sldMk cId="2033163479" sldId="376"/>
        </pc:sldMkLst>
        <pc:spChg chg="mod ord">
          <ac:chgData name="Guest User" userId="" providerId="Windows Live" clId="Web-{BE70A7E7-FC6E-443A-BCC2-D104143F8D48}" dt="2026-03-02T05:08:28.862" v="11"/>
          <ac:spMkLst>
            <pc:docMk/>
            <pc:sldMk cId="2033163479" sldId="376"/>
            <ac:spMk id="94210" creationId="{00000000-0000-0000-0000-000000000000}"/>
          </ac:spMkLst>
        </pc:spChg>
        <pc:spChg chg="mod ord">
          <ac:chgData name="Guest User" userId="" providerId="Windows Live" clId="Web-{BE70A7E7-FC6E-443A-BCC2-D104143F8D48}" dt="2026-03-02T05:08:28.862" v="11"/>
          <ac:spMkLst>
            <pc:docMk/>
            <pc:sldMk cId="2033163479" sldId="376"/>
            <ac:spMk id="94211" creationId="{00000000-0000-0000-0000-000000000000}"/>
          </ac:spMkLst>
        </pc:spChg>
      </pc:sldChg>
      <pc:sldChg chg="modSp mod modClrScheme chgLayout">
        <pc:chgData name="Guest User" userId="" providerId="Windows Live" clId="Web-{BE70A7E7-FC6E-443A-BCC2-D104143F8D48}" dt="2026-03-02T05:08:28.862" v="11"/>
        <pc:sldMkLst>
          <pc:docMk/>
          <pc:sldMk cId="0" sldId="378"/>
        </pc:sldMkLst>
        <pc:spChg chg="mod ord">
          <ac:chgData name="Guest User" userId="" providerId="Windows Live" clId="Web-{BE70A7E7-FC6E-443A-BCC2-D104143F8D48}" dt="2026-03-02T05:08:28.862" v="11"/>
          <ac:spMkLst>
            <pc:docMk/>
            <pc:sldMk cId="0" sldId="378"/>
            <ac:spMk id="2" creationId="{00000000-0000-0000-0000-000000000000}"/>
          </ac:spMkLst>
        </pc:spChg>
      </pc:sldChg>
      <pc:sldChg chg="mod modClrScheme chgLayout">
        <pc:chgData name="Guest User" userId="" providerId="Windows Live" clId="Web-{BE70A7E7-FC6E-443A-BCC2-D104143F8D48}" dt="2026-03-02T05:08:28.862" v="11"/>
        <pc:sldMkLst>
          <pc:docMk/>
          <pc:sldMk cId="579797568" sldId="389"/>
        </pc:sldMkLst>
      </pc:sldChg>
      <pc:sldMasterChg chg="del delSldLayout">
        <pc:chgData name="Guest User" userId="" providerId="Windows Live" clId="Web-{BE70A7E7-FC6E-443A-BCC2-D104143F8D48}" dt="2026-03-02T05:07:24.360" v="0"/>
        <pc:sldMasterMkLst>
          <pc:docMk/>
          <pc:sldMasterMk cId="0" sldId="2147483648"/>
        </pc:sldMasterMkLst>
        <pc:sldLayoutChg chg="del">
          <pc:chgData name="Guest User" userId="" providerId="Windows Live" clId="Web-{BE70A7E7-FC6E-443A-BCC2-D104143F8D48}" dt="2026-03-02T05:07:24.360" v="0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Guest User" userId="" providerId="Windows Live" clId="Web-{BE70A7E7-FC6E-443A-BCC2-D104143F8D48}" dt="2026-03-02T05:07:24.360" v="0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Guest User" userId="" providerId="Windows Live" clId="Web-{BE70A7E7-FC6E-443A-BCC2-D104143F8D48}" dt="2026-03-02T05:07:24.360" v="0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Guest User" userId="" providerId="Windows Live" clId="Web-{BE70A7E7-FC6E-443A-BCC2-D104143F8D48}" dt="2026-03-02T05:07:24.360" v="0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Guest User" userId="" providerId="Windows Live" clId="Web-{BE70A7E7-FC6E-443A-BCC2-D104143F8D48}" dt="2026-03-02T05:07:24.360" v="0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Guest User" userId="" providerId="Windows Live" clId="Web-{BE70A7E7-FC6E-443A-BCC2-D104143F8D48}" dt="2026-03-02T05:07:24.360" v="0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Guest User" userId="" providerId="Windows Live" clId="Web-{BE70A7E7-FC6E-443A-BCC2-D104143F8D48}" dt="2026-03-02T05:07:24.360" v="0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Guest User" userId="" providerId="Windows Live" clId="Web-{BE70A7E7-FC6E-443A-BCC2-D104143F8D48}" dt="2026-03-02T05:07:24.360" v="0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Guest User" userId="" providerId="Windows Live" clId="Web-{BE70A7E7-FC6E-443A-BCC2-D104143F8D48}" dt="2026-03-02T05:07:24.360" v="0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Guest User" userId="" providerId="Windows Live" clId="Web-{BE70A7E7-FC6E-443A-BCC2-D104143F8D48}" dt="2026-03-02T05:07:24.360" v="0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Guest User" userId="" providerId="Windows Live" clId="Web-{BE70A7E7-FC6E-443A-BCC2-D104143F8D48}" dt="2026-03-02T05:07:24.360" v="0"/>
          <pc:sldLayoutMkLst>
            <pc:docMk/>
            <pc:sldMasterMk cId="0" sldId="2147483648"/>
            <pc:sldLayoutMk cId="0" sldId="2147483659"/>
          </pc:sldLayoutMkLst>
        </pc:sldLayoutChg>
      </pc:sldMasterChg>
      <pc:sldMasterChg chg="add del addSldLayout delSldLayout modSldLayout">
        <pc:chgData name="Guest User" userId="" providerId="Windows Live" clId="Web-{BE70A7E7-FC6E-443A-BCC2-D104143F8D48}" dt="2026-03-02T05:07:27.610" v="1"/>
        <pc:sldMasterMkLst>
          <pc:docMk/>
          <pc:sldMasterMk cId="1853856242" sldId="2147483660"/>
        </pc:sldMasterMkLst>
        <pc:sldLayoutChg chg="add del mod replId">
          <pc:chgData name="Guest User" userId="" providerId="Windows Live" clId="Web-{BE70A7E7-FC6E-443A-BCC2-D104143F8D48}" dt="2026-03-02T05:07:27.610" v="1"/>
          <pc:sldLayoutMkLst>
            <pc:docMk/>
            <pc:sldMasterMk cId="1853856242" sldId="2147483660"/>
            <pc:sldLayoutMk cId="3890343246" sldId="2147483661"/>
          </pc:sldLayoutMkLst>
        </pc:sldLayoutChg>
        <pc:sldLayoutChg chg="add del mod replId">
          <pc:chgData name="Guest User" userId="" providerId="Windows Live" clId="Web-{BE70A7E7-FC6E-443A-BCC2-D104143F8D48}" dt="2026-03-02T05:07:27.610" v="1"/>
          <pc:sldLayoutMkLst>
            <pc:docMk/>
            <pc:sldMasterMk cId="1853856242" sldId="2147483660"/>
            <pc:sldLayoutMk cId="3570197426" sldId="2147483662"/>
          </pc:sldLayoutMkLst>
        </pc:sldLayoutChg>
        <pc:sldLayoutChg chg="add del mod replId">
          <pc:chgData name="Guest User" userId="" providerId="Windows Live" clId="Web-{BE70A7E7-FC6E-443A-BCC2-D104143F8D48}" dt="2026-03-02T05:07:27.610" v="1"/>
          <pc:sldLayoutMkLst>
            <pc:docMk/>
            <pc:sldMasterMk cId="1853856242" sldId="2147483660"/>
            <pc:sldLayoutMk cId="1194743135" sldId="2147483663"/>
          </pc:sldLayoutMkLst>
        </pc:sldLayoutChg>
        <pc:sldLayoutChg chg="add del mod replId">
          <pc:chgData name="Guest User" userId="" providerId="Windows Live" clId="Web-{BE70A7E7-FC6E-443A-BCC2-D104143F8D48}" dt="2026-03-02T05:07:27.610" v="1"/>
          <pc:sldLayoutMkLst>
            <pc:docMk/>
            <pc:sldMasterMk cId="1853856242" sldId="2147483660"/>
            <pc:sldLayoutMk cId="1628069660" sldId="2147483664"/>
          </pc:sldLayoutMkLst>
        </pc:sldLayoutChg>
        <pc:sldLayoutChg chg="add del mod replId">
          <pc:chgData name="Guest User" userId="" providerId="Windows Live" clId="Web-{BE70A7E7-FC6E-443A-BCC2-D104143F8D48}" dt="2026-03-02T05:07:27.610" v="1"/>
          <pc:sldLayoutMkLst>
            <pc:docMk/>
            <pc:sldMasterMk cId="1853856242" sldId="2147483660"/>
            <pc:sldLayoutMk cId="138979159" sldId="2147483665"/>
          </pc:sldLayoutMkLst>
        </pc:sldLayoutChg>
        <pc:sldLayoutChg chg="add del mod replId">
          <pc:chgData name="Guest User" userId="" providerId="Windows Live" clId="Web-{BE70A7E7-FC6E-443A-BCC2-D104143F8D48}" dt="2026-03-02T05:07:27.610" v="1"/>
          <pc:sldLayoutMkLst>
            <pc:docMk/>
            <pc:sldMasterMk cId="1853856242" sldId="2147483660"/>
            <pc:sldLayoutMk cId="3423053751" sldId="2147483666"/>
          </pc:sldLayoutMkLst>
        </pc:sldLayoutChg>
        <pc:sldLayoutChg chg="add del mod replId">
          <pc:chgData name="Guest User" userId="" providerId="Windows Live" clId="Web-{BE70A7E7-FC6E-443A-BCC2-D104143F8D48}" dt="2026-03-02T05:07:27.610" v="1"/>
          <pc:sldLayoutMkLst>
            <pc:docMk/>
            <pc:sldMasterMk cId="1853856242" sldId="2147483660"/>
            <pc:sldLayoutMk cId="3210617544" sldId="2147483667"/>
          </pc:sldLayoutMkLst>
        </pc:sldLayoutChg>
        <pc:sldLayoutChg chg="add del mod replId">
          <pc:chgData name="Guest User" userId="" providerId="Windows Live" clId="Web-{BE70A7E7-FC6E-443A-BCC2-D104143F8D48}" dt="2026-03-02T05:07:27.610" v="1"/>
          <pc:sldLayoutMkLst>
            <pc:docMk/>
            <pc:sldMasterMk cId="1853856242" sldId="2147483660"/>
            <pc:sldLayoutMk cId="958221066" sldId="2147483668"/>
          </pc:sldLayoutMkLst>
        </pc:sldLayoutChg>
        <pc:sldLayoutChg chg="add del mod replId">
          <pc:chgData name="Guest User" userId="" providerId="Windows Live" clId="Web-{BE70A7E7-FC6E-443A-BCC2-D104143F8D48}" dt="2026-03-02T05:07:27.610" v="1"/>
          <pc:sldLayoutMkLst>
            <pc:docMk/>
            <pc:sldMasterMk cId="1853856242" sldId="2147483660"/>
            <pc:sldLayoutMk cId="3392415305" sldId="2147483669"/>
          </pc:sldLayoutMkLst>
        </pc:sldLayoutChg>
        <pc:sldLayoutChg chg="add del mod replId">
          <pc:chgData name="Guest User" userId="" providerId="Windows Live" clId="Web-{BE70A7E7-FC6E-443A-BCC2-D104143F8D48}" dt="2026-03-02T05:07:27.610" v="1"/>
          <pc:sldLayoutMkLst>
            <pc:docMk/>
            <pc:sldMasterMk cId="1853856242" sldId="2147483660"/>
            <pc:sldLayoutMk cId="840643516" sldId="2147483670"/>
          </pc:sldLayoutMkLst>
        </pc:sldLayoutChg>
        <pc:sldLayoutChg chg="add del mod replId">
          <pc:chgData name="Guest User" userId="" providerId="Windows Live" clId="Web-{BE70A7E7-FC6E-443A-BCC2-D104143F8D48}" dt="2026-03-02T05:07:27.610" v="1"/>
          <pc:sldLayoutMkLst>
            <pc:docMk/>
            <pc:sldMasterMk cId="1853856242" sldId="2147483660"/>
            <pc:sldLayoutMk cId="1702862748" sldId="2147483671"/>
          </pc:sldLayoutMkLst>
        </pc:sldLayoutChg>
      </pc:sldMasterChg>
      <pc:sldMasterChg chg="add del addSldLayout delSldLayout modSldLayout">
        <pc:chgData name="Guest User" userId="" providerId="Windows Live" clId="Web-{BE70A7E7-FC6E-443A-BCC2-D104143F8D48}" dt="2026-03-02T05:07:31.298" v="2"/>
        <pc:sldMasterMkLst>
          <pc:docMk/>
          <pc:sldMasterMk cId="2571545486" sldId="2147483672"/>
        </pc:sldMasterMkLst>
        <pc:sldLayoutChg chg="add del mod replId">
          <pc:chgData name="Guest User" userId="" providerId="Windows Live" clId="Web-{BE70A7E7-FC6E-443A-BCC2-D104143F8D48}" dt="2026-03-02T05:07:31.298" v="2"/>
          <pc:sldLayoutMkLst>
            <pc:docMk/>
            <pc:sldMasterMk cId="2571545486" sldId="2147483672"/>
            <pc:sldLayoutMk cId="1517047339" sldId="2147483673"/>
          </pc:sldLayoutMkLst>
        </pc:sldLayoutChg>
        <pc:sldLayoutChg chg="add del mod replId">
          <pc:chgData name="Guest User" userId="" providerId="Windows Live" clId="Web-{BE70A7E7-FC6E-443A-BCC2-D104143F8D48}" dt="2026-03-02T05:07:31.298" v="2"/>
          <pc:sldLayoutMkLst>
            <pc:docMk/>
            <pc:sldMasterMk cId="2571545486" sldId="2147483672"/>
            <pc:sldLayoutMk cId="2488823533" sldId="2147483674"/>
          </pc:sldLayoutMkLst>
        </pc:sldLayoutChg>
        <pc:sldLayoutChg chg="add del mod replId">
          <pc:chgData name="Guest User" userId="" providerId="Windows Live" clId="Web-{BE70A7E7-FC6E-443A-BCC2-D104143F8D48}" dt="2026-03-02T05:07:31.298" v="2"/>
          <pc:sldLayoutMkLst>
            <pc:docMk/>
            <pc:sldMasterMk cId="2571545486" sldId="2147483672"/>
            <pc:sldLayoutMk cId="3637659563" sldId="2147483675"/>
          </pc:sldLayoutMkLst>
        </pc:sldLayoutChg>
        <pc:sldLayoutChg chg="add del mod replId">
          <pc:chgData name="Guest User" userId="" providerId="Windows Live" clId="Web-{BE70A7E7-FC6E-443A-BCC2-D104143F8D48}" dt="2026-03-02T05:07:31.298" v="2"/>
          <pc:sldLayoutMkLst>
            <pc:docMk/>
            <pc:sldMasterMk cId="2571545486" sldId="2147483672"/>
            <pc:sldLayoutMk cId="1125404351" sldId="2147483676"/>
          </pc:sldLayoutMkLst>
        </pc:sldLayoutChg>
        <pc:sldLayoutChg chg="add del mod replId">
          <pc:chgData name="Guest User" userId="" providerId="Windows Live" clId="Web-{BE70A7E7-FC6E-443A-BCC2-D104143F8D48}" dt="2026-03-02T05:07:31.298" v="2"/>
          <pc:sldLayoutMkLst>
            <pc:docMk/>
            <pc:sldMasterMk cId="2571545486" sldId="2147483672"/>
            <pc:sldLayoutMk cId="2193453396" sldId="2147483677"/>
          </pc:sldLayoutMkLst>
        </pc:sldLayoutChg>
        <pc:sldLayoutChg chg="add del mod replId">
          <pc:chgData name="Guest User" userId="" providerId="Windows Live" clId="Web-{BE70A7E7-FC6E-443A-BCC2-D104143F8D48}" dt="2026-03-02T05:07:31.298" v="2"/>
          <pc:sldLayoutMkLst>
            <pc:docMk/>
            <pc:sldMasterMk cId="2571545486" sldId="2147483672"/>
            <pc:sldLayoutMk cId="3649622017" sldId="2147483678"/>
          </pc:sldLayoutMkLst>
        </pc:sldLayoutChg>
        <pc:sldLayoutChg chg="add del mod replId">
          <pc:chgData name="Guest User" userId="" providerId="Windows Live" clId="Web-{BE70A7E7-FC6E-443A-BCC2-D104143F8D48}" dt="2026-03-02T05:07:31.298" v="2"/>
          <pc:sldLayoutMkLst>
            <pc:docMk/>
            <pc:sldMasterMk cId="2571545486" sldId="2147483672"/>
            <pc:sldLayoutMk cId="247133302" sldId="2147483679"/>
          </pc:sldLayoutMkLst>
        </pc:sldLayoutChg>
        <pc:sldLayoutChg chg="add del mod replId">
          <pc:chgData name="Guest User" userId="" providerId="Windows Live" clId="Web-{BE70A7E7-FC6E-443A-BCC2-D104143F8D48}" dt="2026-03-02T05:07:31.298" v="2"/>
          <pc:sldLayoutMkLst>
            <pc:docMk/>
            <pc:sldMasterMk cId="2571545486" sldId="2147483672"/>
            <pc:sldLayoutMk cId="2817265772" sldId="2147483680"/>
          </pc:sldLayoutMkLst>
        </pc:sldLayoutChg>
        <pc:sldLayoutChg chg="add del mod replId">
          <pc:chgData name="Guest User" userId="" providerId="Windows Live" clId="Web-{BE70A7E7-FC6E-443A-BCC2-D104143F8D48}" dt="2026-03-02T05:07:31.298" v="2"/>
          <pc:sldLayoutMkLst>
            <pc:docMk/>
            <pc:sldMasterMk cId="2571545486" sldId="2147483672"/>
            <pc:sldLayoutMk cId="415124519" sldId="2147483681"/>
          </pc:sldLayoutMkLst>
        </pc:sldLayoutChg>
        <pc:sldLayoutChg chg="add del mod replId">
          <pc:chgData name="Guest User" userId="" providerId="Windows Live" clId="Web-{BE70A7E7-FC6E-443A-BCC2-D104143F8D48}" dt="2026-03-02T05:07:31.298" v="2"/>
          <pc:sldLayoutMkLst>
            <pc:docMk/>
            <pc:sldMasterMk cId="2571545486" sldId="2147483672"/>
            <pc:sldLayoutMk cId="2690389759" sldId="2147483682"/>
          </pc:sldLayoutMkLst>
        </pc:sldLayoutChg>
        <pc:sldLayoutChg chg="add del mod replId">
          <pc:chgData name="Guest User" userId="" providerId="Windows Live" clId="Web-{BE70A7E7-FC6E-443A-BCC2-D104143F8D48}" dt="2026-03-02T05:07:31.298" v="2"/>
          <pc:sldLayoutMkLst>
            <pc:docMk/>
            <pc:sldMasterMk cId="2571545486" sldId="2147483672"/>
            <pc:sldLayoutMk cId="2698664221" sldId="2147483683"/>
          </pc:sldLayoutMkLst>
        </pc:sldLayoutChg>
      </pc:sldMasterChg>
      <pc:sldMasterChg chg="add del addSldLayout delSldLayout modSldLayout">
        <pc:chgData name="Guest User" userId="" providerId="Windows Live" clId="Web-{BE70A7E7-FC6E-443A-BCC2-D104143F8D48}" dt="2026-03-02T05:07:35.626" v="3"/>
        <pc:sldMasterMkLst>
          <pc:docMk/>
          <pc:sldMasterMk cId="2469185164" sldId="2147483684"/>
        </pc:sldMasterMkLst>
        <pc:sldLayoutChg chg="add del mod replId">
          <pc:chgData name="Guest User" userId="" providerId="Windows Live" clId="Web-{BE70A7E7-FC6E-443A-BCC2-D104143F8D48}" dt="2026-03-02T05:07:35.626" v="3"/>
          <pc:sldLayoutMkLst>
            <pc:docMk/>
            <pc:sldMasterMk cId="2469185164" sldId="2147483684"/>
            <pc:sldLayoutMk cId="3934207392" sldId="2147483685"/>
          </pc:sldLayoutMkLst>
        </pc:sldLayoutChg>
        <pc:sldLayoutChg chg="add del mod replId">
          <pc:chgData name="Guest User" userId="" providerId="Windows Live" clId="Web-{BE70A7E7-FC6E-443A-BCC2-D104143F8D48}" dt="2026-03-02T05:07:35.626" v="3"/>
          <pc:sldLayoutMkLst>
            <pc:docMk/>
            <pc:sldMasterMk cId="2469185164" sldId="2147483684"/>
            <pc:sldLayoutMk cId="2438606702" sldId="2147483686"/>
          </pc:sldLayoutMkLst>
        </pc:sldLayoutChg>
        <pc:sldLayoutChg chg="add del mod replId">
          <pc:chgData name="Guest User" userId="" providerId="Windows Live" clId="Web-{BE70A7E7-FC6E-443A-BCC2-D104143F8D48}" dt="2026-03-02T05:07:35.626" v="3"/>
          <pc:sldLayoutMkLst>
            <pc:docMk/>
            <pc:sldMasterMk cId="2469185164" sldId="2147483684"/>
            <pc:sldLayoutMk cId="2444443535" sldId="2147483687"/>
          </pc:sldLayoutMkLst>
        </pc:sldLayoutChg>
        <pc:sldLayoutChg chg="add del mod replId">
          <pc:chgData name="Guest User" userId="" providerId="Windows Live" clId="Web-{BE70A7E7-FC6E-443A-BCC2-D104143F8D48}" dt="2026-03-02T05:07:35.626" v="3"/>
          <pc:sldLayoutMkLst>
            <pc:docMk/>
            <pc:sldMasterMk cId="2469185164" sldId="2147483684"/>
            <pc:sldLayoutMk cId="3329823591" sldId="2147483688"/>
          </pc:sldLayoutMkLst>
        </pc:sldLayoutChg>
        <pc:sldLayoutChg chg="add del mod replId">
          <pc:chgData name="Guest User" userId="" providerId="Windows Live" clId="Web-{BE70A7E7-FC6E-443A-BCC2-D104143F8D48}" dt="2026-03-02T05:07:35.626" v="3"/>
          <pc:sldLayoutMkLst>
            <pc:docMk/>
            <pc:sldMasterMk cId="2469185164" sldId="2147483684"/>
            <pc:sldLayoutMk cId="3313644045" sldId="2147483689"/>
          </pc:sldLayoutMkLst>
        </pc:sldLayoutChg>
        <pc:sldLayoutChg chg="add del mod replId">
          <pc:chgData name="Guest User" userId="" providerId="Windows Live" clId="Web-{BE70A7E7-FC6E-443A-BCC2-D104143F8D48}" dt="2026-03-02T05:07:35.626" v="3"/>
          <pc:sldLayoutMkLst>
            <pc:docMk/>
            <pc:sldMasterMk cId="2469185164" sldId="2147483684"/>
            <pc:sldLayoutMk cId="469944970" sldId="2147483690"/>
          </pc:sldLayoutMkLst>
        </pc:sldLayoutChg>
        <pc:sldLayoutChg chg="add del mod replId">
          <pc:chgData name="Guest User" userId="" providerId="Windows Live" clId="Web-{BE70A7E7-FC6E-443A-BCC2-D104143F8D48}" dt="2026-03-02T05:07:35.626" v="3"/>
          <pc:sldLayoutMkLst>
            <pc:docMk/>
            <pc:sldMasterMk cId="2469185164" sldId="2147483684"/>
            <pc:sldLayoutMk cId="2347447429" sldId="2147483691"/>
          </pc:sldLayoutMkLst>
        </pc:sldLayoutChg>
        <pc:sldLayoutChg chg="add del mod replId">
          <pc:chgData name="Guest User" userId="" providerId="Windows Live" clId="Web-{BE70A7E7-FC6E-443A-BCC2-D104143F8D48}" dt="2026-03-02T05:07:35.626" v="3"/>
          <pc:sldLayoutMkLst>
            <pc:docMk/>
            <pc:sldMasterMk cId="2469185164" sldId="2147483684"/>
            <pc:sldLayoutMk cId="1969750437" sldId="2147483692"/>
          </pc:sldLayoutMkLst>
        </pc:sldLayoutChg>
        <pc:sldLayoutChg chg="add del mod replId">
          <pc:chgData name="Guest User" userId="" providerId="Windows Live" clId="Web-{BE70A7E7-FC6E-443A-BCC2-D104143F8D48}" dt="2026-03-02T05:07:35.626" v="3"/>
          <pc:sldLayoutMkLst>
            <pc:docMk/>
            <pc:sldMasterMk cId="2469185164" sldId="2147483684"/>
            <pc:sldLayoutMk cId="1044138037" sldId="2147483693"/>
          </pc:sldLayoutMkLst>
        </pc:sldLayoutChg>
        <pc:sldLayoutChg chg="add del mod replId">
          <pc:chgData name="Guest User" userId="" providerId="Windows Live" clId="Web-{BE70A7E7-FC6E-443A-BCC2-D104143F8D48}" dt="2026-03-02T05:07:35.626" v="3"/>
          <pc:sldLayoutMkLst>
            <pc:docMk/>
            <pc:sldMasterMk cId="2469185164" sldId="2147483684"/>
            <pc:sldLayoutMk cId="2400407328" sldId="2147483694"/>
          </pc:sldLayoutMkLst>
        </pc:sldLayoutChg>
        <pc:sldLayoutChg chg="add del mod replId">
          <pc:chgData name="Guest User" userId="" providerId="Windows Live" clId="Web-{BE70A7E7-FC6E-443A-BCC2-D104143F8D48}" dt="2026-03-02T05:07:35.626" v="3"/>
          <pc:sldLayoutMkLst>
            <pc:docMk/>
            <pc:sldMasterMk cId="2469185164" sldId="2147483684"/>
            <pc:sldLayoutMk cId="4105145417" sldId="2147483695"/>
          </pc:sldLayoutMkLst>
        </pc:sldLayoutChg>
      </pc:sldMasterChg>
      <pc:sldMasterChg chg="add del addSldLayout delSldLayout modSldLayout">
        <pc:chgData name="Guest User" userId="" providerId="Windows Live" clId="Web-{BE70A7E7-FC6E-443A-BCC2-D104143F8D48}" dt="2026-03-02T05:07:38.923" v="4"/>
        <pc:sldMasterMkLst>
          <pc:docMk/>
          <pc:sldMasterMk cId="2268184404" sldId="2147483696"/>
        </pc:sldMasterMkLst>
        <pc:sldLayoutChg chg="add del mod replId">
          <pc:chgData name="Guest User" userId="" providerId="Windows Live" clId="Web-{BE70A7E7-FC6E-443A-BCC2-D104143F8D48}" dt="2026-03-02T05:07:38.923" v="4"/>
          <pc:sldLayoutMkLst>
            <pc:docMk/>
            <pc:sldMasterMk cId="2268184404" sldId="2147483696"/>
            <pc:sldLayoutMk cId="4072457456" sldId="2147483697"/>
          </pc:sldLayoutMkLst>
        </pc:sldLayoutChg>
        <pc:sldLayoutChg chg="add del mod replId">
          <pc:chgData name="Guest User" userId="" providerId="Windows Live" clId="Web-{BE70A7E7-FC6E-443A-BCC2-D104143F8D48}" dt="2026-03-02T05:07:38.923" v="4"/>
          <pc:sldLayoutMkLst>
            <pc:docMk/>
            <pc:sldMasterMk cId="2268184404" sldId="2147483696"/>
            <pc:sldLayoutMk cId="750968944" sldId="2147483698"/>
          </pc:sldLayoutMkLst>
        </pc:sldLayoutChg>
        <pc:sldLayoutChg chg="add del mod replId">
          <pc:chgData name="Guest User" userId="" providerId="Windows Live" clId="Web-{BE70A7E7-FC6E-443A-BCC2-D104143F8D48}" dt="2026-03-02T05:07:38.923" v="4"/>
          <pc:sldLayoutMkLst>
            <pc:docMk/>
            <pc:sldMasterMk cId="2268184404" sldId="2147483696"/>
            <pc:sldLayoutMk cId="3380096490" sldId="2147483699"/>
          </pc:sldLayoutMkLst>
        </pc:sldLayoutChg>
        <pc:sldLayoutChg chg="add del mod replId">
          <pc:chgData name="Guest User" userId="" providerId="Windows Live" clId="Web-{BE70A7E7-FC6E-443A-BCC2-D104143F8D48}" dt="2026-03-02T05:07:38.923" v="4"/>
          <pc:sldLayoutMkLst>
            <pc:docMk/>
            <pc:sldMasterMk cId="2268184404" sldId="2147483696"/>
            <pc:sldLayoutMk cId="574353811" sldId="2147483700"/>
          </pc:sldLayoutMkLst>
        </pc:sldLayoutChg>
        <pc:sldLayoutChg chg="add del mod replId">
          <pc:chgData name="Guest User" userId="" providerId="Windows Live" clId="Web-{BE70A7E7-FC6E-443A-BCC2-D104143F8D48}" dt="2026-03-02T05:07:38.923" v="4"/>
          <pc:sldLayoutMkLst>
            <pc:docMk/>
            <pc:sldMasterMk cId="2268184404" sldId="2147483696"/>
            <pc:sldLayoutMk cId="2271527139" sldId="2147483701"/>
          </pc:sldLayoutMkLst>
        </pc:sldLayoutChg>
        <pc:sldLayoutChg chg="add del mod replId">
          <pc:chgData name="Guest User" userId="" providerId="Windows Live" clId="Web-{BE70A7E7-FC6E-443A-BCC2-D104143F8D48}" dt="2026-03-02T05:07:38.923" v="4"/>
          <pc:sldLayoutMkLst>
            <pc:docMk/>
            <pc:sldMasterMk cId="2268184404" sldId="2147483696"/>
            <pc:sldLayoutMk cId="3989954489" sldId="2147483702"/>
          </pc:sldLayoutMkLst>
        </pc:sldLayoutChg>
        <pc:sldLayoutChg chg="add del mod replId">
          <pc:chgData name="Guest User" userId="" providerId="Windows Live" clId="Web-{BE70A7E7-FC6E-443A-BCC2-D104143F8D48}" dt="2026-03-02T05:07:38.923" v="4"/>
          <pc:sldLayoutMkLst>
            <pc:docMk/>
            <pc:sldMasterMk cId="2268184404" sldId="2147483696"/>
            <pc:sldLayoutMk cId="1244858704" sldId="2147483703"/>
          </pc:sldLayoutMkLst>
        </pc:sldLayoutChg>
        <pc:sldLayoutChg chg="add del mod replId">
          <pc:chgData name="Guest User" userId="" providerId="Windows Live" clId="Web-{BE70A7E7-FC6E-443A-BCC2-D104143F8D48}" dt="2026-03-02T05:07:38.923" v="4"/>
          <pc:sldLayoutMkLst>
            <pc:docMk/>
            <pc:sldMasterMk cId="2268184404" sldId="2147483696"/>
            <pc:sldLayoutMk cId="1948740225" sldId="2147483704"/>
          </pc:sldLayoutMkLst>
        </pc:sldLayoutChg>
        <pc:sldLayoutChg chg="add del mod replId">
          <pc:chgData name="Guest User" userId="" providerId="Windows Live" clId="Web-{BE70A7E7-FC6E-443A-BCC2-D104143F8D48}" dt="2026-03-02T05:07:38.923" v="4"/>
          <pc:sldLayoutMkLst>
            <pc:docMk/>
            <pc:sldMasterMk cId="2268184404" sldId="2147483696"/>
            <pc:sldLayoutMk cId="588343098" sldId="2147483705"/>
          </pc:sldLayoutMkLst>
        </pc:sldLayoutChg>
        <pc:sldLayoutChg chg="add del mod replId">
          <pc:chgData name="Guest User" userId="" providerId="Windows Live" clId="Web-{BE70A7E7-FC6E-443A-BCC2-D104143F8D48}" dt="2026-03-02T05:07:38.923" v="4"/>
          <pc:sldLayoutMkLst>
            <pc:docMk/>
            <pc:sldMasterMk cId="2268184404" sldId="2147483696"/>
            <pc:sldLayoutMk cId="1310056942" sldId="2147483706"/>
          </pc:sldLayoutMkLst>
        </pc:sldLayoutChg>
        <pc:sldLayoutChg chg="add del mod replId">
          <pc:chgData name="Guest User" userId="" providerId="Windows Live" clId="Web-{BE70A7E7-FC6E-443A-BCC2-D104143F8D48}" dt="2026-03-02T05:07:38.923" v="4"/>
          <pc:sldLayoutMkLst>
            <pc:docMk/>
            <pc:sldMasterMk cId="2268184404" sldId="2147483696"/>
            <pc:sldLayoutMk cId="2422942682" sldId="2147483707"/>
          </pc:sldLayoutMkLst>
        </pc:sldLayoutChg>
      </pc:sldMasterChg>
      <pc:sldMasterChg chg="add del addSldLayout delSldLayout modSldLayout">
        <pc:chgData name="Guest User" userId="" providerId="Windows Live" clId="Web-{BE70A7E7-FC6E-443A-BCC2-D104143F8D48}" dt="2026-03-02T05:07:43.517" v="5"/>
        <pc:sldMasterMkLst>
          <pc:docMk/>
          <pc:sldMasterMk cId="2112233510" sldId="2147483708"/>
        </pc:sldMasterMkLst>
        <pc:sldLayoutChg chg="add del mod replId">
          <pc:chgData name="Guest User" userId="" providerId="Windows Live" clId="Web-{BE70A7E7-FC6E-443A-BCC2-D104143F8D48}" dt="2026-03-02T05:07:43.517" v="5"/>
          <pc:sldLayoutMkLst>
            <pc:docMk/>
            <pc:sldMasterMk cId="2112233510" sldId="2147483708"/>
            <pc:sldLayoutMk cId="2786367640" sldId="2147483709"/>
          </pc:sldLayoutMkLst>
        </pc:sldLayoutChg>
        <pc:sldLayoutChg chg="add del mod replId">
          <pc:chgData name="Guest User" userId="" providerId="Windows Live" clId="Web-{BE70A7E7-FC6E-443A-BCC2-D104143F8D48}" dt="2026-03-02T05:07:43.517" v="5"/>
          <pc:sldLayoutMkLst>
            <pc:docMk/>
            <pc:sldMasterMk cId="2112233510" sldId="2147483708"/>
            <pc:sldLayoutMk cId="2154013346" sldId="2147483710"/>
          </pc:sldLayoutMkLst>
        </pc:sldLayoutChg>
        <pc:sldLayoutChg chg="add del mod replId">
          <pc:chgData name="Guest User" userId="" providerId="Windows Live" clId="Web-{BE70A7E7-FC6E-443A-BCC2-D104143F8D48}" dt="2026-03-02T05:07:43.517" v="5"/>
          <pc:sldLayoutMkLst>
            <pc:docMk/>
            <pc:sldMasterMk cId="2112233510" sldId="2147483708"/>
            <pc:sldLayoutMk cId="2223485805" sldId="2147483711"/>
          </pc:sldLayoutMkLst>
        </pc:sldLayoutChg>
        <pc:sldLayoutChg chg="add del mod replId">
          <pc:chgData name="Guest User" userId="" providerId="Windows Live" clId="Web-{BE70A7E7-FC6E-443A-BCC2-D104143F8D48}" dt="2026-03-02T05:07:43.517" v="5"/>
          <pc:sldLayoutMkLst>
            <pc:docMk/>
            <pc:sldMasterMk cId="2112233510" sldId="2147483708"/>
            <pc:sldLayoutMk cId="3158573728" sldId="2147483712"/>
          </pc:sldLayoutMkLst>
        </pc:sldLayoutChg>
        <pc:sldLayoutChg chg="add del mod replId">
          <pc:chgData name="Guest User" userId="" providerId="Windows Live" clId="Web-{BE70A7E7-FC6E-443A-BCC2-D104143F8D48}" dt="2026-03-02T05:07:43.517" v="5"/>
          <pc:sldLayoutMkLst>
            <pc:docMk/>
            <pc:sldMasterMk cId="2112233510" sldId="2147483708"/>
            <pc:sldLayoutMk cId="3972691514" sldId="2147483713"/>
          </pc:sldLayoutMkLst>
        </pc:sldLayoutChg>
        <pc:sldLayoutChg chg="add del mod replId">
          <pc:chgData name="Guest User" userId="" providerId="Windows Live" clId="Web-{BE70A7E7-FC6E-443A-BCC2-D104143F8D48}" dt="2026-03-02T05:07:43.517" v="5"/>
          <pc:sldLayoutMkLst>
            <pc:docMk/>
            <pc:sldMasterMk cId="2112233510" sldId="2147483708"/>
            <pc:sldLayoutMk cId="1833051811" sldId="2147483714"/>
          </pc:sldLayoutMkLst>
        </pc:sldLayoutChg>
        <pc:sldLayoutChg chg="add del mod replId">
          <pc:chgData name="Guest User" userId="" providerId="Windows Live" clId="Web-{BE70A7E7-FC6E-443A-BCC2-D104143F8D48}" dt="2026-03-02T05:07:43.517" v="5"/>
          <pc:sldLayoutMkLst>
            <pc:docMk/>
            <pc:sldMasterMk cId="2112233510" sldId="2147483708"/>
            <pc:sldLayoutMk cId="2125208544" sldId="2147483715"/>
          </pc:sldLayoutMkLst>
        </pc:sldLayoutChg>
        <pc:sldLayoutChg chg="add del mod replId">
          <pc:chgData name="Guest User" userId="" providerId="Windows Live" clId="Web-{BE70A7E7-FC6E-443A-BCC2-D104143F8D48}" dt="2026-03-02T05:07:43.517" v="5"/>
          <pc:sldLayoutMkLst>
            <pc:docMk/>
            <pc:sldMasterMk cId="2112233510" sldId="2147483708"/>
            <pc:sldLayoutMk cId="3709240537" sldId="2147483716"/>
          </pc:sldLayoutMkLst>
        </pc:sldLayoutChg>
        <pc:sldLayoutChg chg="add del mod replId">
          <pc:chgData name="Guest User" userId="" providerId="Windows Live" clId="Web-{BE70A7E7-FC6E-443A-BCC2-D104143F8D48}" dt="2026-03-02T05:07:43.517" v="5"/>
          <pc:sldLayoutMkLst>
            <pc:docMk/>
            <pc:sldMasterMk cId="2112233510" sldId="2147483708"/>
            <pc:sldLayoutMk cId="1549122694" sldId="2147483717"/>
          </pc:sldLayoutMkLst>
        </pc:sldLayoutChg>
        <pc:sldLayoutChg chg="add del mod replId">
          <pc:chgData name="Guest User" userId="" providerId="Windows Live" clId="Web-{BE70A7E7-FC6E-443A-BCC2-D104143F8D48}" dt="2026-03-02T05:07:43.517" v="5"/>
          <pc:sldLayoutMkLst>
            <pc:docMk/>
            <pc:sldMasterMk cId="2112233510" sldId="2147483708"/>
            <pc:sldLayoutMk cId="3909791052" sldId="2147483718"/>
          </pc:sldLayoutMkLst>
        </pc:sldLayoutChg>
        <pc:sldLayoutChg chg="add del mod replId">
          <pc:chgData name="Guest User" userId="" providerId="Windows Live" clId="Web-{BE70A7E7-FC6E-443A-BCC2-D104143F8D48}" dt="2026-03-02T05:07:43.517" v="5"/>
          <pc:sldLayoutMkLst>
            <pc:docMk/>
            <pc:sldMasterMk cId="2112233510" sldId="2147483708"/>
            <pc:sldLayoutMk cId="3537334779" sldId="2147483719"/>
          </pc:sldLayoutMkLst>
        </pc:sldLayoutChg>
      </pc:sldMasterChg>
      <pc:sldMasterChg chg="add del addSldLayout delSldLayout modSldLayout">
        <pc:chgData name="Guest User" userId="" providerId="Windows Live" clId="Web-{BE70A7E7-FC6E-443A-BCC2-D104143F8D48}" dt="2026-03-02T05:07:46.767" v="6"/>
        <pc:sldMasterMkLst>
          <pc:docMk/>
          <pc:sldMasterMk cId="89055069" sldId="2147483720"/>
        </pc:sldMasterMkLst>
        <pc:sldLayoutChg chg="add del mod replId">
          <pc:chgData name="Guest User" userId="" providerId="Windows Live" clId="Web-{BE70A7E7-FC6E-443A-BCC2-D104143F8D48}" dt="2026-03-02T05:07:46.767" v="6"/>
          <pc:sldLayoutMkLst>
            <pc:docMk/>
            <pc:sldMasterMk cId="89055069" sldId="2147483720"/>
            <pc:sldLayoutMk cId="2702656875" sldId="2147483721"/>
          </pc:sldLayoutMkLst>
        </pc:sldLayoutChg>
        <pc:sldLayoutChg chg="add del mod replId">
          <pc:chgData name="Guest User" userId="" providerId="Windows Live" clId="Web-{BE70A7E7-FC6E-443A-BCC2-D104143F8D48}" dt="2026-03-02T05:07:46.767" v="6"/>
          <pc:sldLayoutMkLst>
            <pc:docMk/>
            <pc:sldMasterMk cId="89055069" sldId="2147483720"/>
            <pc:sldLayoutMk cId="1066627981" sldId="2147483722"/>
          </pc:sldLayoutMkLst>
        </pc:sldLayoutChg>
        <pc:sldLayoutChg chg="add del mod replId">
          <pc:chgData name="Guest User" userId="" providerId="Windows Live" clId="Web-{BE70A7E7-FC6E-443A-BCC2-D104143F8D48}" dt="2026-03-02T05:07:46.767" v="6"/>
          <pc:sldLayoutMkLst>
            <pc:docMk/>
            <pc:sldMasterMk cId="89055069" sldId="2147483720"/>
            <pc:sldLayoutMk cId="2563730326" sldId="2147483723"/>
          </pc:sldLayoutMkLst>
        </pc:sldLayoutChg>
        <pc:sldLayoutChg chg="add del mod replId">
          <pc:chgData name="Guest User" userId="" providerId="Windows Live" clId="Web-{BE70A7E7-FC6E-443A-BCC2-D104143F8D48}" dt="2026-03-02T05:07:46.767" v="6"/>
          <pc:sldLayoutMkLst>
            <pc:docMk/>
            <pc:sldMasterMk cId="89055069" sldId="2147483720"/>
            <pc:sldLayoutMk cId="2390898421" sldId="2147483724"/>
          </pc:sldLayoutMkLst>
        </pc:sldLayoutChg>
        <pc:sldLayoutChg chg="add del mod replId">
          <pc:chgData name="Guest User" userId="" providerId="Windows Live" clId="Web-{BE70A7E7-FC6E-443A-BCC2-D104143F8D48}" dt="2026-03-02T05:07:46.767" v="6"/>
          <pc:sldLayoutMkLst>
            <pc:docMk/>
            <pc:sldMasterMk cId="89055069" sldId="2147483720"/>
            <pc:sldLayoutMk cId="3496075594" sldId="2147483725"/>
          </pc:sldLayoutMkLst>
        </pc:sldLayoutChg>
        <pc:sldLayoutChg chg="add del mod replId">
          <pc:chgData name="Guest User" userId="" providerId="Windows Live" clId="Web-{BE70A7E7-FC6E-443A-BCC2-D104143F8D48}" dt="2026-03-02T05:07:46.767" v="6"/>
          <pc:sldLayoutMkLst>
            <pc:docMk/>
            <pc:sldMasterMk cId="89055069" sldId="2147483720"/>
            <pc:sldLayoutMk cId="2640648637" sldId="2147483726"/>
          </pc:sldLayoutMkLst>
        </pc:sldLayoutChg>
        <pc:sldLayoutChg chg="add del mod replId">
          <pc:chgData name="Guest User" userId="" providerId="Windows Live" clId="Web-{BE70A7E7-FC6E-443A-BCC2-D104143F8D48}" dt="2026-03-02T05:07:46.767" v="6"/>
          <pc:sldLayoutMkLst>
            <pc:docMk/>
            <pc:sldMasterMk cId="89055069" sldId="2147483720"/>
            <pc:sldLayoutMk cId="1330215467" sldId="2147483727"/>
          </pc:sldLayoutMkLst>
        </pc:sldLayoutChg>
        <pc:sldLayoutChg chg="add del mod replId">
          <pc:chgData name="Guest User" userId="" providerId="Windows Live" clId="Web-{BE70A7E7-FC6E-443A-BCC2-D104143F8D48}" dt="2026-03-02T05:07:46.767" v="6"/>
          <pc:sldLayoutMkLst>
            <pc:docMk/>
            <pc:sldMasterMk cId="89055069" sldId="2147483720"/>
            <pc:sldLayoutMk cId="1967115932" sldId="2147483728"/>
          </pc:sldLayoutMkLst>
        </pc:sldLayoutChg>
        <pc:sldLayoutChg chg="add del mod replId">
          <pc:chgData name="Guest User" userId="" providerId="Windows Live" clId="Web-{BE70A7E7-FC6E-443A-BCC2-D104143F8D48}" dt="2026-03-02T05:07:46.767" v="6"/>
          <pc:sldLayoutMkLst>
            <pc:docMk/>
            <pc:sldMasterMk cId="89055069" sldId="2147483720"/>
            <pc:sldLayoutMk cId="3103842823" sldId="2147483729"/>
          </pc:sldLayoutMkLst>
        </pc:sldLayoutChg>
        <pc:sldLayoutChg chg="add del mod replId">
          <pc:chgData name="Guest User" userId="" providerId="Windows Live" clId="Web-{BE70A7E7-FC6E-443A-BCC2-D104143F8D48}" dt="2026-03-02T05:07:46.767" v="6"/>
          <pc:sldLayoutMkLst>
            <pc:docMk/>
            <pc:sldMasterMk cId="89055069" sldId="2147483720"/>
            <pc:sldLayoutMk cId="346483531" sldId="2147483730"/>
          </pc:sldLayoutMkLst>
        </pc:sldLayoutChg>
        <pc:sldLayoutChg chg="add del mod replId">
          <pc:chgData name="Guest User" userId="" providerId="Windows Live" clId="Web-{BE70A7E7-FC6E-443A-BCC2-D104143F8D48}" dt="2026-03-02T05:07:46.767" v="6"/>
          <pc:sldLayoutMkLst>
            <pc:docMk/>
            <pc:sldMasterMk cId="89055069" sldId="2147483720"/>
            <pc:sldLayoutMk cId="524787775" sldId="2147483731"/>
          </pc:sldLayoutMkLst>
        </pc:sldLayoutChg>
      </pc:sldMasterChg>
      <pc:sldMasterChg chg="add del addSldLayout delSldLayout modSldLayout">
        <pc:chgData name="Guest User" userId="" providerId="Windows Live" clId="Web-{BE70A7E7-FC6E-443A-BCC2-D104143F8D48}" dt="2026-03-02T05:07:48.908" v="7"/>
        <pc:sldMasterMkLst>
          <pc:docMk/>
          <pc:sldMasterMk cId="1009373428" sldId="2147483732"/>
        </pc:sldMasterMkLst>
        <pc:sldLayoutChg chg="add del mod replId">
          <pc:chgData name="Guest User" userId="" providerId="Windows Live" clId="Web-{BE70A7E7-FC6E-443A-BCC2-D104143F8D48}" dt="2026-03-02T05:07:48.908" v="7"/>
          <pc:sldLayoutMkLst>
            <pc:docMk/>
            <pc:sldMasterMk cId="1009373428" sldId="2147483732"/>
            <pc:sldLayoutMk cId="3494414694" sldId="2147483733"/>
          </pc:sldLayoutMkLst>
        </pc:sldLayoutChg>
        <pc:sldLayoutChg chg="add del mod replId">
          <pc:chgData name="Guest User" userId="" providerId="Windows Live" clId="Web-{BE70A7E7-FC6E-443A-BCC2-D104143F8D48}" dt="2026-03-02T05:07:48.908" v="7"/>
          <pc:sldLayoutMkLst>
            <pc:docMk/>
            <pc:sldMasterMk cId="1009373428" sldId="2147483732"/>
            <pc:sldLayoutMk cId="502879055" sldId="2147483734"/>
          </pc:sldLayoutMkLst>
        </pc:sldLayoutChg>
        <pc:sldLayoutChg chg="add del mod replId">
          <pc:chgData name="Guest User" userId="" providerId="Windows Live" clId="Web-{BE70A7E7-FC6E-443A-BCC2-D104143F8D48}" dt="2026-03-02T05:07:48.908" v="7"/>
          <pc:sldLayoutMkLst>
            <pc:docMk/>
            <pc:sldMasterMk cId="1009373428" sldId="2147483732"/>
            <pc:sldLayoutMk cId="3236721140" sldId="2147483735"/>
          </pc:sldLayoutMkLst>
        </pc:sldLayoutChg>
        <pc:sldLayoutChg chg="add del mod replId">
          <pc:chgData name="Guest User" userId="" providerId="Windows Live" clId="Web-{BE70A7E7-FC6E-443A-BCC2-D104143F8D48}" dt="2026-03-02T05:07:48.908" v="7"/>
          <pc:sldLayoutMkLst>
            <pc:docMk/>
            <pc:sldMasterMk cId="1009373428" sldId="2147483732"/>
            <pc:sldLayoutMk cId="1609605209" sldId="2147483736"/>
          </pc:sldLayoutMkLst>
        </pc:sldLayoutChg>
        <pc:sldLayoutChg chg="add del mod replId">
          <pc:chgData name="Guest User" userId="" providerId="Windows Live" clId="Web-{BE70A7E7-FC6E-443A-BCC2-D104143F8D48}" dt="2026-03-02T05:07:48.908" v="7"/>
          <pc:sldLayoutMkLst>
            <pc:docMk/>
            <pc:sldMasterMk cId="1009373428" sldId="2147483732"/>
            <pc:sldLayoutMk cId="3106005301" sldId="2147483737"/>
          </pc:sldLayoutMkLst>
        </pc:sldLayoutChg>
        <pc:sldLayoutChg chg="add del mod replId">
          <pc:chgData name="Guest User" userId="" providerId="Windows Live" clId="Web-{BE70A7E7-FC6E-443A-BCC2-D104143F8D48}" dt="2026-03-02T05:07:48.908" v="7"/>
          <pc:sldLayoutMkLst>
            <pc:docMk/>
            <pc:sldMasterMk cId="1009373428" sldId="2147483732"/>
            <pc:sldLayoutMk cId="2617155050" sldId="2147483738"/>
          </pc:sldLayoutMkLst>
        </pc:sldLayoutChg>
        <pc:sldLayoutChg chg="add del mod replId">
          <pc:chgData name="Guest User" userId="" providerId="Windows Live" clId="Web-{BE70A7E7-FC6E-443A-BCC2-D104143F8D48}" dt="2026-03-02T05:07:48.908" v="7"/>
          <pc:sldLayoutMkLst>
            <pc:docMk/>
            <pc:sldMasterMk cId="1009373428" sldId="2147483732"/>
            <pc:sldLayoutMk cId="1080905363" sldId="2147483739"/>
          </pc:sldLayoutMkLst>
        </pc:sldLayoutChg>
        <pc:sldLayoutChg chg="add del mod replId">
          <pc:chgData name="Guest User" userId="" providerId="Windows Live" clId="Web-{BE70A7E7-FC6E-443A-BCC2-D104143F8D48}" dt="2026-03-02T05:07:48.908" v="7"/>
          <pc:sldLayoutMkLst>
            <pc:docMk/>
            <pc:sldMasterMk cId="1009373428" sldId="2147483732"/>
            <pc:sldLayoutMk cId="554072350" sldId="2147483740"/>
          </pc:sldLayoutMkLst>
        </pc:sldLayoutChg>
        <pc:sldLayoutChg chg="add del mod replId">
          <pc:chgData name="Guest User" userId="" providerId="Windows Live" clId="Web-{BE70A7E7-FC6E-443A-BCC2-D104143F8D48}" dt="2026-03-02T05:07:48.908" v="7"/>
          <pc:sldLayoutMkLst>
            <pc:docMk/>
            <pc:sldMasterMk cId="1009373428" sldId="2147483732"/>
            <pc:sldLayoutMk cId="2010064518" sldId="2147483741"/>
          </pc:sldLayoutMkLst>
        </pc:sldLayoutChg>
        <pc:sldLayoutChg chg="add del mod replId">
          <pc:chgData name="Guest User" userId="" providerId="Windows Live" clId="Web-{BE70A7E7-FC6E-443A-BCC2-D104143F8D48}" dt="2026-03-02T05:07:48.908" v="7"/>
          <pc:sldLayoutMkLst>
            <pc:docMk/>
            <pc:sldMasterMk cId="1009373428" sldId="2147483732"/>
            <pc:sldLayoutMk cId="3860828546" sldId="2147483742"/>
          </pc:sldLayoutMkLst>
        </pc:sldLayoutChg>
        <pc:sldLayoutChg chg="add del mod replId">
          <pc:chgData name="Guest User" userId="" providerId="Windows Live" clId="Web-{BE70A7E7-FC6E-443A-BCC2-D104143F8D48}" dt="2026-03-02T05:07:48.908" v="7"/>
          <pc:sldLayoutMkLst>
            <pc:docMk/>
            <pc:sldMasterMk cId="1009373428" sldId="2147483732"/>
            <pc:sldLayoutMk cId="2324575473" sldId="2147483743"/>
          </pc:sldLayoutMkLst>
        </pc:sldLayoutChg>
      </pc:sldMasterChg>
      <pc:sldMasterChg chg="add del addSldLayout delSldLayout modSldLayout">
        <pc:chgData name="Guest User" userId="" providerId="Windows Live" clId="Web-{BE70A7E7-FC6E-443A-BCC2-D104143F8D48}" dt="2026-03-02T05:07:58.955" v="8"/>
        <pc:sldMasterMkLst>
          <pc:docMk/>
          <pc:sldMasterMk cId="13912912" sldId="2147483744"/>
        </pc:sldMasterMkLst>
        <pc:sldLayoutChg chg="add del mod replId">
          <pc:chgData name="Guest User" userId="" providerId="Windows Live" clId="Web-{BE70A7E7-FC6E-443A-BCC2-D104143F8D48}" dt="2026-03-02T05:07:58.955" v="8"/>
          <pc:sldLayoutMkLst>
            <pc:docMk/>
            <pc:sldMasterMk cId="13912912" sldId="2147483744"/>
            <pc:sldLayoutMk cId="1941396959" sldId="2147483745"/>
          </pc:sldLayoutMkLst>
        </pc:sldLayoutChg>
        <pc:sldLayoutChg chg="add del mod replId">
          <pc:chgData name="Guest User" userId="" providerId="Windows Live" clId="Web-{BE70A7E7-FC6E-443A-BCC2-D104143F8D48}" dt="2026-03-02T05:07:58.955" v="8"/>
          <pc:sldLayoutMkLst>
            <pc:docMk/>
            <pc:sldMasterMk cId="13912912" sldId="2147483744"/>
            <pc:sldLayoutMk cId="3766554506" sldId="2147483746"/>
          </pc:sldLayoutMkLst>
        </pc:sldLayoutChg>
        <pc:sldLayoutChg chg="add del mod replId">
          <pc:chgData name="Guest User" userId="" providerId="Windows Live" clId="Web-{BE70A7E7-FC6E-443A-BCC2-D104143F8D48}" dt="2026-03-02T05:07:58.955" v="8"/>
          <pc:sldLayoutMkLst>
            <pc:docMk/>
            <pc:sldMasterMk cId="13912912" sldId="2147483744"/>
            <pc:sldLayoutMk cId="2186991406" sldId="2147483747"/>
          </pc:sldLayoutMkLst>
        </pc:sldLayoutChg>
        <pc:sldLayoutChg chg="add del mod replId">
          <pc:chgData name="Guest User" userId="" providerId="Windows Live" clId="Web-{BE70A7E7-FC6E-443A-BCC2-D104143F8D48}" dt="2026-03-02T05:07:58.955" v="8"/>
          <pc:sldLayoutMkLst>
            <pc:docMk/>
            <pc:sldMasterMk cId="13912912" sldId="2147483744"/>
            <pc:sldLayoutMk cId="2128534740" sldId="2147483748"/>
          </pc:sldLayoutMkLst>
        </pc:sldLayoutChg>
        <pc:sldLayoutChg chg="add del mod replId">
          <pc:chgData name="Guest User" userId="" providerId="Windows Live" clId="Web-{BE70A7E7-FC6E-443A-BCC2-D104143F8D48}" dt="2026-03-02T05:07:58.955" v="8"/>
          <pc:sldLayoutMkLst>
            <pc:docMk/>
            <pc:sldMasterMk cId="13912912" sldId="2147483744"/>
            <pc:sldLayoutMk cId="4237606311" sldId="2147483749"/>
          </pc:sldLayoutMkLst>
        </pc:sldLayoutChg>
        <pc:sldLayoutChg chg="add del mod replId">
          <pc:chgData name="Guest User" userId="" providerId="Windows Live" clId="Web-{BE70A7E7-FC6E-443A-BCC2-D104143F8D48}" dt="2026-03-02T05:07:58.955" v="8"/>
          <pc:sldLayoutMkLst>
            <pc:docMk/>
            <pc:sldMasterMk cId="13912912" sldId="2147483744"/>
            <pc:sldLayoutMk cId="1114406419" sldId="2147483750"/>
          </pc:sldLayoutMkLst>
        </pc:sldLayoutChg>
        <pc:sldLayoutChg chg="add del mod replId">
          <pc:chgData name="Guest User" userId="" providerId="Windows Live" clId="Web-{BE70A7E7-FC6E-443A-BCC2-D104143F8D48}" dt="2026-03-02T05:07:58.955" v="8"/>
          <pc:sldLayoutMkLst>
            <pc:docMk/>
            <pc:sldMasterMk cId="13912912" sldId="2147483744"/>
            <pc:sldLayoutMk cId="2294451648" sldId="2147483751"/>
          </pc:sldLayoutMkLst>
        </pc:sldLayoutChg>
        <pc:sldLayoutChg chg="add del mod replId">
          <pc:chgData name="Guest User" userId="" providerId="Windows Live" clId="Web-{BE70A7E7-FC6E-443A-BCC2-D104143F8D48}" dt="2026-03-02T05:07:58.955" v="8"/>
          <pc:sldLayoutMkLst>
            <pc:docMk/>
            <pc:sldMasterMk cId="13912912" sldId="2147483744"/>
            <pc:sldLayoutMk cId="3981583100" sldId="2147483752"/>
          </pc:sldLayoutMkLst>
        </pc:sldLayoutChg>
        <pc:sldLayoutChg chg="add del mod replId">
          <pc:chgData name="Guest User" userId="" providerId="Windows Live" clId="Web-{BE70A7E7-FC6E-443A-BCC2-D104143F8D48}" dt="2026-03-02T05:07:58.955" v="8"/>
          <pc:sldLayoutMkLst>
            <pc:docMk/>
            <pc:sldMasterMk cId="13912912" sldId="2147483744"/>
            <pc:sldLayoutMk cId="2622498248" sldId="2147483753"/>
          </pc:sldLayoutMkLst>
        </pc:sldLayoutChg>
        <pc:sldLayoutChg chg="add del mod replId">
          <pc:chgData name="Guest User" userId="" providerId="Windows Live" clId="Web-{BE70A7E7-FC6E-443A-BCC2-D104143F8D48}" dt="2026-03-02T05:07:58.955" v="8"/>
          <pc:sldLayoutMkLst>
            <pc:docMk/>
            <pc:sldMasterMk cId="13912912" sldId="2147483744"/>
            <pc:sldLayoutMk cId="841595930" sldId="2147483754"/>
          </pc:sldLayoutMkLst>
        </pc:sldLayoutChg>
        <pc:sldLayoutChg chg="add del mod replId">
          <pc:chgData name="Guest User" userId="" providerId="Windows Live" clId="Web-{BE70A7E7-FC6E-443A-BCC2-D104143F8D48}" dt="2026-03-02T05:07:58.955" v="8"/>
          <pc:sldLayoutMkLst>
            <pc:docMk/>
            <pc:sldMasterMk cId="13912912" sldId="2147483744"/>
            <pc:sldLayoutMk cId="3809551315" sldId="2147483755"/>
          </pc:sldLayoutMkLst>
        </pc:sldLayoutChg>
      </pc:sldMasterChg>
      <pc:sldMasterChg chg="add del addSldLayout delSldLayout modSldLayout">
        <pc:chgData name="Guest User" userId="" providerId="Windows Live" clId="Web-{BE70A7E7-FC6E-443A-BCC2-D104143F8D48}" dt="2026-03-02T05:08:06.580" v="9"/>
        <pc:sldMasterMkLst>
          <pc:docMk/>
          <pc:sldMasterMk cId="4049890929" sldId="2147483756"/>
        </pc:sldMasterMkLst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2807582163" sldId="2147483757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1997093081" sldId="2147483758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2077947034" sldId="2147483759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1834888444" sldId="2147483760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3996958385" sldId="2147483761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3103282565" sldId="2147483762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807828199" sldId="2147483763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1451026465" sldId="2147483764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758269019" sldId="2147483765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3154453500" sldId="2147483766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2526560823" sldId="2147483767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2619102424" sldId="2147483768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1819971951" sldId="2147483769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230832102" sldId="2147483770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3821112004" sldId="2147483771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1904869453" sldId="2147483772"/>
          </pc:sldLayoutMkLst>
        </pc:sldLayoutChg>
        <pc:sldLayoutChg chg="add del mod replId">
          <pc:chgData name="Guest User" userId="" providerId="Windows Live" clId="Web-{BE70A7E7-FC6E-443A-BCC2-D104143F8D48}" dt="2026-03-02T05:08:06.580" v="9"/>
          <pc:sldLayoutMkLst>
            <pc:docMk/>
            <pc:sldMasterMk cId="4049890929" sldId="2147483756"/>
            <pc:sldLayoutMk cId="2643539431" sldId="2147483773"/>
          </pc:sldLayoutMkLst>
        </pc:sldLayoutChg>
      </pc:sldMasterChg>
      <pc:sldMasterChg chg="add del addSldLayout delSldLayout modSldLayout">
        <pc:chgData name="Guest User" userId="" providerId="Windows Live" clId="Web-{BE70A7E7-FC6E-443A-BCC2-D104143F8D48}" dt="2026-03-02T05:08:09.455" v="10"/>
        <pc:sldMasterMkLst>
          <pc:docMk/>
          <pc:sldMasterMk cId="2023473797" sldId="2147483774"/>
        </pc:sldMasterMkLst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2351778502" sldId="2147483775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3168150951" sldId="2147483776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2379816325" sldId="2147483777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3607057385" sldId="2147483778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1434902671" sldId="2147483779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4278262150" sldId="2147483780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898986817" sldId="2147483781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263599456" sldId="2147483782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3777227535" sldId="2147483783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77194288" sldId="2147483784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3563128746" sldId="2147483785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1842574481" sldId="2147483786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1858343001" sldId="2147483787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3212211335" sldId="2147483788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161345846" sldId="2147483789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1819127235" sldId="2147483790"/>
          </pc:sldLayoutMkLst>
        </pc:sldLayoutChg>
        <pc:sldLayoutChg chg="add del mod replId">
          <pc:chgData name="Guest User" userId="" providerId="Windows Live" clId="Web-{BE70A7E7-FC6E-443A-BCC2-D104143F8D48}" dt="2026-03-02T05:08:09.455" v="10"/>
          <pc:sldLayoutMkLst>
            <pc:docMk/>
            <pc:sldMasterMk cId="2023473797" sldId="2147483774"/>
            <pc:sldLayoutMk cId="3239814685" sldId="2147483791"/>
          </pc:sldLayoutMkLst>
        </pc:sldLayoutChg>
      </pc:sldMasterChg>
      <pc:sldMasterChg chg="add del addSldLayout delSldLayout modSldLayout">
        <pc:chgData name="Guest User" userId="" providerId="Windows Live" clId="Web-{BE70A7E7-FC6E-443A-BCC2-D104143F8D48}" dt="2026-03-02T05:08:28.862" v="11"/>
        <pc:sldMasterMkLst>
          <pc:docMk/>
          <pc:sldMasterMk cId="1229610960" sldId="2147483792"/>
        </pc:sldMasterMkLst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2534972206" sldId="2147483793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1003924782" sldId="2147483794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882915852" sldId="2147483795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1846048854" sldId="2147483796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3452511054" sldId="2147483797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1581827125" sldId="2147483798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2148692220" sldId="2147483799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2160230056" sldId="2147483800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1606450205" sldId="2147483801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4071971084" sldId="2147483802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1083553085" sldId="2147483803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2532114397" sldId="2147483804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1757143316" sldId="2147483805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2791851389" sldId="2147483806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2112026714" sldId="2147483807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4078826794" sldId="2147483808"/>
          </pc:sldLayoutMkLst>
        </pc:sldLayoutChg>
        <pc:sldLayoutChg chg="add del mod replId">
          <pc:chgData name="Guest User" userId="" providerId="Windows Live" clId="Web-{BE70A7E7-FC6E-443A-BCC2-D104143F8D48}" dt="2026-03-02T05:08:28.862" v="11"/>
          <pc:sldLayoutMkLst>
            <pc:docMk/>
            <pc:sldMasterMk cId="1229610960" sldId="2147483792"/>
            <pc:sldLayoutMk cId="234891703" sldId="2147483809"/>
          </pc:sldLayoutMkLst>
        </pc:sldLayoutChg>
      </pc:sldMasterChg>
      <pc:sldMasterChg chg="add addSldLayout modSldLayout">
        <pc:chgData name="Guest User" userId="" providerId="Windows Live" clId="Web-{BE70A7E7-FC6E-443A-BCC2-D104143F8D48}" dt="2026-03-02T05:08:28.862" v="11"/>
        <pc:sldMasterMkLst>
          <pc:docMk/>
          <pc:sldMasterMk cId="1745134880" sldId="2147483810"/>
        </pc:sldMasterMkLst>
        <pc:sldLayoutChg chg="add mod replId">
          <pc:chgData name="Guest User" userId="" providerId="Windows Live" clId="Web-{BE70A7E7-FC6E-443A-BCC2-D104143F8D48}" dt="2026-03-02T05:08:28.862" v="11"/>
          <pc:sldLayoutMkLst>
            <pc:docMk/>
            <pc:sldMasterMk cId="1745134880" sldId="2147483810"/>
            <pc:sldLayoutMk cId="749145923" sldId="2147483811"/>
          </pc:sldLayoutMkLst>
        </pc:sldLayoutChg>
        <pc:sldLayoutChg chg="add mod replId">
          <pc:chgData name="Guest User" userId="" providerId="Windows Live" clId="Web-{BE70A7E7-FC6E-443A-BCC2-D104143F8D48}" dt="2026-03-02T05:08:28.862" v="11"/>
          <pc:sldLayoutMkLst>
            <pc:docMk/>
            <pc:sldMasterMk cId="1745134880" sldId="2147483810"/>
            <pc:sldLayoutMk cId="4167086053" sldId="2147483812"/>
          </pc:sldLayoutMkLst>
        </pc:sldLayoutChg>
        <pc:sldLayoutChg chg="add mod replId">
          <pc:chgData name="Guest User" userId="" providerId="Windows Live" clId="Web-{BE70A7E7-FC6E-443A-BCC2-D104143F8D48}" dt="2026-03-02T05:08:28.862" v="11"/>
          <pc:sldLayoutMkLst>
            <pc:docMk/>
            <pc:sldMasterMk cId="1745134880" sldId="2147483810"/>
            <pc:sldLayoutMk cId="1330506855" sldId="2147483813"/>
          </pc:sldLayoutMkLst>
        </pc:sldLayoutChg>
        <pc:sldLayoutChg chg="add mod replId">
          <pc:chgData name="Guest User" userId="" providerId="Windows Live" clId="Web-{BE70A7E7-FC6E-443A-BCC2-D104143F8D48}" dt="2026-03-02T05:08:28.862" v="11"/>
          <pc:sldLayoutMkLst>
            <pc:docMk/>
            <pc:sldMasterMk cId="1745134880" sldId="2147483810"/>
            <pc:sldLayoutMk cId="1240735467" sldId="2147483814"/>
          </pc:sldLayoutMkLst>
        </pc:sldLayoutChg>
        <pc:sldLayoutChg chg="add mod replId">
          <pc:chgData name="Guest User" userId="" providerId="Windows Live" clId="Web-{BE70A7E7-FC6E-443A-BCC2-D104143F8D48}" dt="2026-03-02T05:08:28.862" v="11"/>
          <pc:sldLayoutMkLst>
            <pc:docMk/>
            <pc:sldMasterMk cId="1745134880" sldId="2147483810"/>
            <pc:sldLayoutMk cId="744404625" sldId="2147483815"/>
          </pc:sldLayoutMkLst>
        </pc:sldLayoutChg>
        <pc:sldLayoutChg chg="add mod replId">
          <pc:chgData name="Guest User" userId="" providerId="Windows Live" clId="Web-{BE70A7E7-FC6E-443A-BCC2-D104143F8D48}" dt="2026-03-02T05:08:28.862" v="11"/>
          <pc:sldLayoutMkLst>
            <pc:docMk/>
            <pc:sldMasterMk cId="1745134880" sldId="2147483810"/>
            <pc:sldLayoutMk cId="390401852" sldId="2147483816"/>
          </pc:sldLayoutMkLst>
        </pc:sldLayoutChg>
        <pc:sldLayoutChg chg="add mod replId">
          <pc:chgData name="Guest User" userId="" providerId="Windows Live" clId="Web-{BE70A7E7-FC6E-443A-BCC2-D104143F8D48}" dt="2026-03-02T05:08:28.862" v="11"/>
          <pc:sldLayoutMkLst>
            <pc:docMk/>
            <pc:sldMasterMk cId="1745134880" sldId="2147483810"/>
            <pc:sldLayoutMk cId="3831860640" sldId="2147483817"/>
          </pc:sldLayoutMkLst>
        </pc:sldLayoutChg>
        <pc:sldLayoutChg chg="add mod replId">
          <pc:chgData name="Guest User" userId="" providerId="Windows Live" clId="Web-{BE70A7E7-FC6E-443A-BCC2-D104143F8D48}" dt="2026-03-02T05:08:28.862" v="11"/>
          <pc:sldLayoutMkLst>
            <pc:docMk/>
            <pc:sldMasterMk cId="1745134880" sldId="2147483810"/>
            <pc:sldLayoutMk cId="1150052648" sldId="2147483818"/>
          </pc:sldLayoutMkLst>
        </pc:sldLayoutChg>
        <pc:sldLayoutChg chg="add mod replId">
          <pc:chgData name="Guest User" userId="" providerId="Windows Live" clId="Web-{BE70A7E7-FC6E-443A-BCC2-D104143F8D48}" dt="2026-03-02T05:08:28.862" v="11"/>
          <pc:sldLayoutMkLst>
            <pc:docMk/>
            <pc:sldMasterMk cId="1745134880" sldId="2147483810"/>
            <pc:sldLayoutMk cId="2217584244" sldId="2147483819"/>
          </pc:sldLayoutMkLst>
        </pc:sldLayoutChg>
        <pc:sldLayoutChg chg="add mod replId">
          <pc:chgData name="Guest User" userId="" providerId="Windows Live" clId="Web-{BE70A7E7-FC6E-443A-BCC2-D104143F8D48}" dt="2026-03-02T05:08:28.862" v="11"/>
          <pc:sldLayoutMkLst>
            <pc:docMk/>
            <pc:sldMasterMk cId="1745134880" sldId="2147483810"/>
            <pc:sldLayoutMk cId="1892023972" sldId="2147483820"/>
          </pc:sldLayoutMkLst>
        </pc:sldLayoutChg>
        <pc:sldLayoutChg chg="add mod replId">
          <pc:chgData name="Guest User" userId="" providerId="Windows Live" clId="Web-{BE70A7E7-FC6E-443A-BCC2-D104143F8D48}" dt="2026-03-02T05:08:28.862" v="11"/>
          <pc:sldLayoutMkLst>
            <pc:docMk/>
            <pc:sldMasterMk cId="1745134880" sldId="2147483810"/>
            <pc:sldLayoutMk cId="3542176584" sldId="2147483821"/>
          </pc:sldLayoutMkLst>
        </pc:sldLayoutChg>
      </pc:sldMasterChg>
    </pc:docChg>
  </pc:docChgLst>
  <pc:docChgLst>
    <pc:chgData name="Guest User" providerId="Windows Live" clId="Web-{7B0EB827-D544-3671-50A8-F7685D6F3EA5}"/>
    <pc:docChg chg="modSld">
      <pc:chgData name="Guest User" userId="" providerId="Windows Live" clId="Web-{7B0EB827-D544-3671-50A8-F7685D6F3EA5}" dt="2026-03-02T05:10:53.320" v="0" actId="14100"/>
      <pc:docMkLst>
        <pc:docMk/>
      </pc:docMkLst>
      <pc:sldChg chg="modSp">
        <pc:chgData name="Guest User" userId="" providerId="Windows Live" clId="Web-{7B0EB827-D544-3671-50A8-F7685D6F3EA5}" dt="2026-03-02T05:10:53.320" v="0" actId="14100"/>
        <pc:sldMkLst>
          <pc:docMk/>
          <pc:sldMk cId="0" sldId="378"/>
        </pc:sldMkLst>
        <pc:spChg chg="mod">
          <ac:chgData name="Guest User" userId="" providerId="Windows Live" clId="Web-{7B0EB827-D544-3671-50A8-F7685D6F3EA5}" dt="2026-03-02T05:10:53.320" v="0" actId="14100"/>
          <ac:spMkLst>
            <pc:docMk/>
            <pc:sldMk cId="0" sldId="37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AC187-C0AA-4A6A-BF8E-10F3D85C1A15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A8B042-BBAA-416E-A5FB-5C41925677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3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361D8292-7A5A-44EB-ADEC-AA767D00200F}" type="datetimeFigureOut">
              <a:rPr lang="en-US" dirty="0"/>
              <a:t>3/1/2026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45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DEACD-722F-4835-8C36-350D1156C46F}" type="datetimeFigureOut">
              <a:rPr lang="en-US" dirty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8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C829D4D-0BFC-4907-B876-8D0F29D25B8B}" type="datetimeFigureOut">
              <a:rPr lang="en-US" dirty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06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4F713-3024-4B60-8C85-AB19FBDEA5C9}" type="datetimeFigureOut">
              <a:rPr lang="en-US" dirty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735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0D8C-FEE3-44E4-9FC3-58ECB605B60D}" type="datetimeFigureOut">
              <a:rPr lang="en-US" dirty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0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FF06-CDBB-4575-A3CF-D3C40F356B44}" type="datetimeFigureOut">
              <a:rPr lang="en-US" dirty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1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B23BA-8BFA-4D1F-A6AD-B650E27402E6}" type="datetimeFigureOut">
              <a:rPr lang="en-US" dirty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6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43E8C-8E71-4ACB-A6F3-3C86F80AFB02}" type="datetimeFigureOut">
              <a:rPr lang="en-US" dirty="0"/>
              <a:t>3/1/2026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50052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F5ABCC35-AE37-4B74-AFDC-2B5B2D807A04}" type="datetimeFigureOut">
              <a:rPr lang="en-US" dirty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1758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1D73B-AC12-4256-9E12-E45AB393862B}" type="datetimeFigureOut">
              <a:rPr lang="en-US" dirty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23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1E8A7-06A9-4796-98A4-479CF7079753}" type="datetimeFigureOut">
              <a:rPr lang="en-US" dirty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76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9D66BB5-FA43-4133-A57F-33DEFA0D4249}" type="datetimeFigureOut">
              <a:rPr lang="en-US" dirty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34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975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4B3DD-A758-5B69-A9CC-1CC2E394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5" descr="C:\Users\SALMAN\Desktop\cp 1\org.solovyev.android.calculator.png">
            <a:extLst>
              <a:ext uri="{FF2B5EF4-FFF2-40B4-BE49-F238E27FC236}">
                <a16:creationId xmlns:a16="http://schemas.microsoft.com/office/drawing/2014/main" id="{8C56617C-031F-653A-9790-3C697158C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238258"/>
            <a:ext cx="1981200" cy="1981200"/>
          </a:xfrm>
          <a:prstGeom prst="rect">
            <a:avLst/>
          </a:prstGeom>
          <a:noFill/>
        </p:spPr>
      </p:pic>
      <p:pic>
        <p:nvPicPr>
          <p:cNvPr id="6" name="Picture 2" descr="Comsats University Logo - CrystalPng">
            <a:extLst>
              <a:ext uri="{FF2B5EF4-FFF2-40B4-BE49-F238E27FC236}">
                <a16:creationId xmlns:a16="http://schemas.microsoft.com/office/drawing/2014/main" id="{85E4A07D-75EE-43FA-7AC1-1FC880BA9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69505"/>
            <a:ext cx="1282245" cy="1282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F021BB-0692-5DC3-1857-900ECE8695D1}"/>
              </a:ext>
            </a:extLst>
          </p:cNvPr>
          <p:cNvSpPr txBox="1"/>
          <p:nvPr/>
        </p:nvSpPr>
        <p:spPr>
          <a:xfrm>
            <a:off x="486697" y="3958107"/>
            <a:ext cx="3124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Taimur Sajjad</a:t>
            </a:r>
          </a:p>
          <a:p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en-US" sz="400">
                <a:solidFill>
                  <a:schemeClr val="bg1"/>
                </a:solidFill>
              </a:rPr>
              <a:t>MS(Data Science)</a:t>
            </a:r>
            <a:endParaRPr lang="en-PK" sz="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3DC6E6-C348-1BA2-E017-BEEED77C51EE}"/>
              </a:ext>
            </a:extLst>
          </p:cNvPr>
          <p:cNvSpPr txBox="1"/>
          <p:nvPr/>
        </p:nvSpPr>
        <p:spPr>
          <a:xfrm>
            <a:off x="3452353" y="1868842"/>
            <a:ext cx="5134897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Fundamentals</a:t>
            </a:r>
            <a:endParaRPr lang="en-PK" sz="2800"/>
          </a:p>
          <a:p>
            <a:endParaRPr lang="en-US" sz="2800"/>
          </a:p>
          <a:p>
            <a:endParaRPr lang="en-US" sz="4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6B9442-1567-D0B7-528E-2A268ED3728B}"/>
              </a:ext>
            </a:extLst>
          </p:cNvPr>
          <p:cNvSpPr txBox="1"/>
          <p:nvPr/>
        </p:nvSpPr>
        <p:spPr>
          <a:xfrm>
            <a:off x="476865" y="4556854"/>
            <a:ext cx="47538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MS(</a:t>
            </a:r>
            <a:r>
              <a:rPr lang="en-US"/>
              <a:t>Mob. Computing</a:t>
            </a:r>
            <a:r>
              <a:rPr lang="en-US" sz="1800"/>
              <a:t>)</a:t>
            </a:r>
          </a:p>
          <a:p>
            <a:r>
              <a:rPr lang="en-US" sz="1800"/>
              <a:t>Lecturer (Computer Science),, </a:t>
            </a:r>
          </a:p>
          <a:p>
            <a:r>
              <a:rPr lang="en-US" sz="1800"/>
              <a:t>CUI Wah Campus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96744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457200"/>
            <a:ext cx="4646296" cy="470802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9525">
              <a:spcBef>
                <a:spcPts val="71"/>
              </a:spcBef>
            </a:pPr>
            <a:r>
              <a:rPr sz="3000" spc="-15"/>
              <a:t>Nested</a:t>
            </a:r>
            <a:r>
              <a:rPr sz="3000" spc="-68"/>
              <a:t> </a:t>
            </a:r>
            <a:r>
              <a:rPr sz="3000" spc="-4"/>
              <a:t>if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04800" y="1066800"/>
            <a:ext cx="8839199" cy="5560176"/>
          </a:xfrm>
          <a:prstGeom prst="rect">
            <a:avLst/>
          </a:prstGeom>
        </p:spPr>
        <p:txBody>
          <a:bodyPr vert="horz" wrap="square" lIns="0" tIns="50483" rIns="0" bIns="0" rtlCol="0" anchor="t">
            <a:spAutoFit/>
          </a:bodyPr>
          <a:lstStyle/>
          <a:p>
            <a:pPr marL="9525">
              <a:spcBef>
                <a:spcPts val="398"/>
              </a:spcBef>
            </a:pPr>
            <a:r>
              <a:rPr sz="1600" b="1" i="1" spc="-4">
                <a:latin typeface="Calibri"/>
                <a:cs typeface="Calibri"/>
              </a:rPr>
              <a:t>An if </a:t>
            </a:r>
            <a:r>
              <a:rPr sz="1600" b="1" i="1" spc="-11">
                <a:latin typeface="Calibri"/>
                <a:cs typeface="Calibri"/>
              </a:rPr>
              <a:t>statement </a:t>
            </a:r>
            <a:r>
              <a:rPr sz="1600" b="1" i="1" spc="-8">
                <a:latin typeface="Calibri"/>
                <a:cs typeface="Calibri"/>
              </a:rPr>
              <a:t>can </a:t>
            </a:r>
            <a:r>
              <a:rPr sz="1600" b="1" i="1" spc="-4">
                <a:latin typeface="Calibri"/>
                <a:cs typeface="Calibri"/>
              </a:rPr>
              <a:t>be inside another if </a:t>
            </a:r>
            <a:r>
              <a:rPr sz="1600" b="1" i="1" spc="-11">
                <a:latin typeface="Calibri"/>
                <a:cs typeface="Calibri"/>
              </a:rPr>
              <a:t>statement </a:t>
            </a:r>
            <a:r>
              <a:rPr sz="1600" b="1" i="1" spc="-8">
                <a:latin typeface="Calibri"/>
                <a:cs typeface="Calibri"/>
              </a:rPr>
              <a:t>to form </a:t>
            </a:r>
            <a:r>
              <a:rPr sz="1600" b="1" i="1" spc="-4">
                <a:latin typeface="Calibri"/>
                <a:cs typeface="Calibri"/>
              </a:rPr>
              <a:t>a </a:t>
            </a:r>
            <a:r>
              <a:rPr sz="1600" b="1" i="1" spc="-11">
                <a:latin typeface="Calibri"/>
                <a:cs typeface="Calibri"/>
              </a:rPr>
              <a:t>nested </a:t>
            </a:r>
            <a:r>
              <a:rPr sz="1600" b="1" i="1" spc="-4">
                <a:latin typeface="Calibri"/>
                <a:cs typeface="Calibri"/>
              </a:rPr>
              <a:t>if</a:t>
            </a:r>
            <a:r>
              <a:rPr sz="1600" b="1" i="1" spc="240">
                <a:latin typeface="Calibri"/>
                <a:cs typeface="Calibri"/>
              </a:rPr>
              <a:t> </a:t>
            </a:r>
            <a:r>
              <a:rPr sz="1600" b="1" i="1" spc="-11">
                <a:latin typeface="Calibri"/>
                <a:cs typeface="Calibri"/>
              </a:rPr>
              <a:t>statement.</a:t>
            </a:r>
            <a:endParaRPr sz="1600">
              <a:latin typeface="Calibri"/>
              <a:cs typeface="Calibri"/>
            </a:endParaRPr>
          </a:p>
          <a:p>
            <a:pPr marL="9525">
              <a:spcBef>
                <a:spcPts val="326"/>
              </a:spcBef>
            </a:pPr>
            <a:r>
              <a:rPr sz="1600" spc="-26">
                <a:latin typeface="Calibri"/>
                <a:cs typeface="Calibri"/>
              </a:rPr>
              <a:t>Task </a:t>
            </a:r>
            <a:r>
              <a:rPr sz="1600" spc="-4">
                <a:latin typeface="Calibri"/>
                <a:cs typeface="Calibri"/>
              </a:rPr>
              <a:t>1: </a:t>
            </a:r>
            <a:r>
              <a:rPr sz="1600" spc="-15">
                <a:latin typeface="Calibri"/>
                <a:cs typeface="Calibri"/>
              </a:rPr>
              <a:t>Write </a:t>
            </a:r>
            <a:r>
              <a:rPr sz="1600" spc="-4">
                <a:latin typeface="Calibri"/>
                <a:cs typeface="Calibri"/>
              </a:rPr>
              <a:t>a </a:t>
            </a:r>
            <a:r>
              <a:rPr sz="1600" spc="-8">
                <a:latin typeface="Calibri"/>
                <a:cs typeface="Calibri"/>
              </a:rPr>
              <a:t>code </a:t>
            </a:r>
            <a:r>
              <a:rPr sz="1600" spc="-4">
                <a:latin typeface="Calibri"/>
                <a:cs typeface="Calibri"/>
              </a:rPr>
              <a:t>using </a:t>
            </a:r>
            <a:r>
              <a:rPr sz="1600" spc="-8">
                <a:latin typeface="Calibri"/>
                <a:cs typeface="Calibri"/>
              </a:rPr>
              <a:t>nested </a:t>
            </a:r>
            <a:r>
              <a:rPr sz="1600" spc="-4">
                <a:latin typeface="Calibri"/>
                <a:cs typeface="Calibri"/>
              </a:rPr>
              <a:t>if in which </a:t>
            </a:r>
            <a:r>
              <a:rPr sz="1600" spc="-8">
                <a:latin typeface="Calibri"/>
                <a:cs typeface="Calibri"/>
              </a:rPr>
              <a:t>user enter three numbers, </a:t>
            </a:r>
            <a:r>
              <a:rPr sz="1600" spc="-4">
                <a:latin typeface="Calibri"/>
                <a:cs typeface="Calibri"/>
              </a:rPr>
              <a:t>and find if </a:t>
            </a:r>
            <a:r>
              <a:rPr sz="1600" spc="-8">
                <a:latin typeface="Calibri"/>
                <a:cs typeface="Calibri"/>
              </a:rPr>
              <a:t>1st number </a:t>
            </a:r>
            <a:r>
              <a:rPr sz="1600" spc="-4">
                <a:latin typeface="Calibri"/>
                <a:cs typeface="Calibri"/>
              </a:rPr>
              <a:t>is </a:t>
            </a:r>
            <a:r>
              <a:rPr sz="1600" spc="-8">
                <a:latin typeface="Calibri"/>
                <a:cs typeface="Calibri"/>
              </a:rPr>
              <a:t>greater </a:t>
            </a:r>
            <a:r>
              <a:rPr sz="1600" spc="-4">
                <a:latin typeface="Calibri"/>
                <a:cs typeface="Calibri"/>
              </a:rPr>
              <a:t>or</a:t>
            </a:r>
            <a:r>
              <a:rPr sz="1600" spc="244">
                <a:latin typeface="Calibri"/>
                <a:cs typeface="Calibri"/>
              </a:rPr>
              <a:t> </a:t>
            </a:r>
            <a:r>
              <a:rPr sz="1600" spc="-4">
                <a:latin typeface="Calibri"/>
                <a:cs typeface="Calibri"/>
              </a:rPr>
              <a:t>not.</a:t>
            </a:r>
            <a:endParaRPr sz="1600">
              <a:latin typeface="Calibri"/>
              <a:cs typeface="Calibri"/>
            </a:endParaRPr>
          </a:p>
          <a:p>
            <a:pPr marL="9525" marR="4935220">
              <a:lnSpc>
                <a:spcPts val="1755"/>
              </a:lnSpc>
              <a:spcBef>
                <a:spcPts val="101"/>
              </a:spcBef>
            </a:pPr>
            <a:r>
              <a:rPr sz="1600" b="1" spc="-4">
                <a:latin typeface="Aharoni"/>
                <a:cs typeface="Aharoni"/>
              </a:rPr>
              <a:t>int </a:t>
            </a:r>
            <a:r>
              <a:rPr sz="1600" b="1" spc="-8">
                <a:latin typeface="Aharoni"/>
                <a:cs typeface="Aharoni"/>
              </a:rPr>
              <a:t>num1,num2,num3  </a:t>
            </a:r>
            <a:r>
              <a:rPr lang="en-US" sz="1600" b="1" spc="-4" err="1">
                <a:latin typeface="Aharoni"/>
                <a:cs typeface="Aharoni"/>
              </a:rPr>
              <a:t>ci</a:t>
            </a:r>
            <a:r>
              <a:rPr lang="en-US" sz="1600" b="1" spc="-8" err="1">
                <a:latin typeface="Aharoni"/>
                <a:cs typeface="Aharoni"/>
              </a:rPr>
              <a:t>n</a:t>
            </a:r>
            <a:r>
              <a:rPr sz="1600" b="1" spc="-8">
                <a:latin typeface="Aharoni"/>
                <a:cs typeface="Aharoni"/>
              </a:rPr>
              <a:t>&gt;</a:t>
            </a:r>
            <a:r>
              <a:rPr sz="1600" b="1" spc="-4">
                <a:latin typeface="Aharoni"/>
                <a:cs typeface="Aharoni"/>
              </a:rPr>
              <a:t>&gt;</a:t>
            </a:r>
            <a:r>
              <a:rPr sz="1600" b="1" spc="-8">
                <a:latin typeface="Aharoni"/>
                <a:cs typeface="Aharoni"/>
              </a:rPr>
              <a:t>nu</a:t>
            </a:r>
            <a:r>
              <a:rPr sz="1600" b="1">
                <a:latin typeface="Aharoni"/>
                <a:cs typeface="Aharoni"/>
              </a:rPr>
              <a:t>m</a:t>
            </a:r>
            <a:r>
              <a:rPr sz="1600" b="1" spc="-8">
                <a:latin typeface="Aharoni"/>
                <a:cs typeface="Aharoni"/>
              </a:rPr>
              <a:t>1&gt;&gt;nu</a:t>
            </a:r>
            <a:r>
              <a:rPr sz="1600" b="1" spc="4">
                <a:latin typeface="Aharoni"/>
                <a:cs typeface="Aharoni"/>
              </a:rPr>
              <a:t>m</a:t>
            </a:r>
            <a:r>
              <a:rPr sz="1600" b="1" spc="-8">
                <a:latin typeface="Aharoni"/>
                <a:cs typeface="Aharoni"/>
              </a:rPr>
              <a:t>2&gt;&gt;nu</a:t>
            </a:r>
            <a:r>
              <a:rPr sz="1600" b="1" spc="4">
                <a:latin typeface="Aharoni"/>
                <a:cs typeface="Aharoni"/>
              </a:rPr>
              <a:t>m</a:t>
            </a:r>
            <a:r>
              <a:rPr sz="1600" b="1" spc="-8">
                <a:latin typeface="Aharoni"/>
                <a:cs typeface="Aharoni"/>
              </a:rPr>
              <a:t>3;</a:t>
            </a:r>
            <a:endParaRPr lang="en-US" sz="1600">
              <a:latin typeface="Aharoni"/>
              <a:cs typeface="Aharoni"/>
            </a:endParaRPr>
          </a:p>
          <a:p>
            <a:pPr marL="695325">
              <a:spcBef>
                <a:spcPts val="214"/>
              </a:spcBef>
            </a:pPr>
            <a:r>
              <a:rPr sz="1600" b="1" spc="-4">
                <a:latin typeface="Aharoni"/>
                <a:cs typeface="Aharoni"/>
              </a:rPr>
              <a:t>if(</a:t>
            </a:r>
            <a:r>
              <a:rPr lang="en-US" sz="1600" b="1" spc="-4">
                <a:latin typeface="Aharoni"/>
                <a:cs typeface="Aharoni"/>
              </a:rPr>
              <a:t>num1</a:t>
            </a:r>
            <a:r>
              <a:rPr sz="1600" b="1" spc="-4">
                <a:latin typeface="Aharoni"/>
                <a:cs typeface="Aharoni"/>
              </a:rPr>
              <a:t>&gt;num2)</a:t>
            </a:r>
            <a:endParaRPr sz="1600">
              <a:latin typeface="Aharoni"/>
              <a:cs typeface="Aharoni"/>
            </a:endParaRPr>
          </a:p>
          <a:p>
            <a:pPr marL="695325">
              <a:spcBef>
                <a:spcPts val="315"/>
              </a:spcBef>
            </a:pPr>
            <a:r>
              <a:rPr sz="1600" b="1" spc="-4">
                <a:latin typeface="Aharoni"/>
                <a:cs typeface="Aharoni"/>
              </a:rPr>
              <a:t>{</a:t>
            </a:r>
            <a:endParaRPr sz="1600">
              <a:latin typeface="Aharoni"/>
              <a:cs typeface="Aharoni"/>
            </a:endParaRPr>
          </a:p>
          <a:p>
            <a:pPr marL="1381125">
              <a:spcBef>
                <a:spcPts val="319"/>
              </a:spcBef>
            </a:pPr>
            <a:r>
              <a:rPr sz="1600" b="1" spc="-4">
                <a:latin typeface="Aharoni"/>
                <a:cs typeface="Aharoni"/>
              </a:rPr>
              <a:t>If(num2&gt;num3)</a:t>
            </a:r>
            <a:endParaRPr sz="1600">
              <a:latin typeface="Aharoni"/>
              <a:cs typeface="Aharoni"/>
            </a:endParaRPr>
          </a:p>
          <a:p>
            <a:pPr marL="1381125">
              <a:spcBef>
                <a:spcPts val="323"/>
              </a:spcBef>
            </a:pPr>
            <a:r>
              <a:rPr sz="1600" b="1" spc="-4">
                <a:latin typeface="Aharoni"/>
                <a:cs typeface="Aharoni"/>
              </a:rPr>
              <a:t>{</a:t>
            </a:r>
            <a:endParaRPr sz="1600">
              <a:latin typeface="Aharoni"/>
              <a:cs typeface="Aharoni"/>
            </a:endParaRPr>
          </a:p>
          <a:p>
            <a:pPr marL="1381125">
              <a:spcBef>
                <a:spcPts val="315"/>
              </a:spcBef>
            </a:pPr>
            <a:r>
              <a:rPr lang="en-US" sz="1600" b="1" spc="-4" err="1">
                <a:latin typeface="Aharoni"/>
                <a:cs typeface="Aharoni"/>
              </a:rPr>
              <a:t>cout</a:t>
            </a:r>
            <a:r>
              <a:rPr sz="1600" b="1" spc="-4">
                <a:latin typeface="Aharoni"/>
                <a:cs typeface="Aharoni"/>
              </a:rPr>
              <a:t>&lt;&lt;num1&lt;&lt;“ is greater”</a:t>
            </a:r>
            <a:endParaRPr sz="1600">
              <a:latin typeface="Aharoni"/>
              <a:cs typeface="Aharoni"/>
            </a:endParaRPr>
          </a:p>
          <a:p>
            <a:pPr marL="1381125">
              <a:spcBef>
                <a:spcPts val="315"/>
              </a:spcBef>
            </a:pPr>
            <a:r>
              <a:rPr sz="1600" b="1" spc="-4">
                <a:latin typeface="Aharoni"/>
                <a:cs typeface="Aharoni"/>
              </a:rPr>
              <a:t>}</a:t>
            </a:r>
            <a:endParaRPr sz="1600">
              <a:latin typeface="Aharoni"/>
              <a:cs typeface="Aharoni"/>
            </a:endParaRPr>
          </a:p>
          <a:p>
            <a:pPr marL="1381125">
              <a:spcBef>
                <a:spcPts val="323"/>
              </a:spcBef>
            </a:pPr>
            <a:r>
              <a:rPr sz="1600" b="1" spc="-8">
                <a:latin typeface="Aharoni"/>
                <a:cs typeface="Aharoni"/>
              </a:rPr>
              <a:t>else</a:t>
            </a:r>
            <a:endParaRPr sz="1600">
              <a:latin typeface="Aharoni"/>
              <a:cs typeface="Aharoni"/>
            </a:endParaRPr>
          </a:p>
          <a:p>
            <a:pPr marL="1381125">
              <a:spcBef>
                <a:spcPts val="319"/>
              </a:spcBef>
            </a:pPr>
            <a:r>
              <a:rPr sz="1600" b="1" spc="-4">
                <a:latin typeface="Aharoni"/>
                <a:cs typeface="Aharoni"/>
              </a:rPr>
              <a:t>{</a:t>
            </a:r>
            <a:endParaRPr sz="1600">
              <a:latin typeface="Aharoni"/>
              <a:cs typeface="Aharoni"/>
            </a:endParaRPr>
          </a:p>
          <a:p>
            <a:pPr marL="1381125">
              <a:spcBef>
                <a:spcPts val="315"/>
              </a:spcBef>
            </a:pPr>
            <a:r>
              <a:rPr lang="en-US" sz="1600" b="1" spc="-4" err="1">
                <a:latin typeface="Aharoni"/>
                <a:cs typeface="Aharoni"/>
              </a:rPr>
              <a:t>cout</a:t>
            </a:r>
            <a:r>
              <a:rPr sz="1600" b="1" spc="-4">
                <a:latin typeface="Aharoni"/>
                <a:cs typeface="Aharoni"/>
              </a:rPr>
              <a:t>&lt;&lt;num1&lt;&lt;“ is </a:t>
            </a:r>
            <a:r>
              <a:rPr sz="1600" b="1" spc="-8">
                <a:latin typeface="Aharoni"/>
                <a:cs typeface="Aharoni"/>
              </a:rPr>
              <a:t>not</a:t>
            </a:r>
            <a:r>
              <a:rPr sz="1600" b="1" spc="-4">
                <a:latin typeface="Aharoni"/>
                <a:cs typeface="Aharoni"/>
              </a:rPr>
              <a:t> greater”;</a:t>
            </a:r>
            <a:endParaRPr sz="1600">
              <a:latin typeface="Aharoni"/>
              <a:cs typeface="Aharoni"/>
            </a:endParaRPr>
          </a:p>
          <a:p>
            <a:pPr marL="1381125">
              <a:spcBef>
                <a:spcPts val="323"/>
              </a:spcBef>
            </a:pPr>
            <a:r>
              <a:rPr sz="1600" b="1" spc="-4">
                <a:latin typeface="Aharoni"/>
                <a:cs typeface="Aharoni"/>
              </a:rPr>
              <a:t>}</a:t>
            </a:r>
            <a:endParaRPr sz="1600">
              <a:latin typeface="Aharoni"/>
              <a:cs typeface="Aharoni"/>
            </a:endParaRPr>
          </a:p>
          <a:p>
            <a:pPr marL="695325">
              <a:spcBef>
                <a:spcPts val="315"/>
              </a:spcBef>
            </a:pPr>
            <a:r>
              <a:rPr sz="1600" b="1" spc="-4">
                <a:latin typeface="Aharoni"/>
                <a:cs typeface="Aharoni"/>
              </a:rPr>
              <a:t>}</a:t>
            </a:r>
            <a:endParaRPr sz="1600">
              <a:latin typeface="Aharoni"/>
              <a:cs typeface="Aharoni"/>
            </a:endParaRPr>
          </a:p>
          <a:p>
            <a:pPr marL="695325">
              <a:spcBef>
                <a:spcPts val="319"/>
              </a:spcBef>
            </a:pPr>
            <a:r>
              <a:rPr sz="1600" b="1" spc="-8">
                <a:latin typeface="Aharoni"/>
                <a:cs typeface="Aharoni"/>
              </a:rPr>
              <a:t>else</a:t>
            </a:r>
            <a:endParaRPr sz="1600">
              <a:latin typeface="Aharoni"/>
              <a:cs typeface="Aharoni"/>
            </a:endParaRPr>
          </a:p>
          <a:p>
            <a:pPr marL="695325">
              <a:spcBef>
                <a:spcPts val="323"/>
              </a:spcBef>
            </a:pPr>
            <a:r>
              <a:rPr sz="1600" b="1" spc="-4">
                <a:latin typeface="Aharoni"/>
                <a:cs typeface="Aharoni"/>
              </a:rPr>
              <a:t>{</a:t>
            </a:r>
            <a:endParaRPr sz="1600">
              <a:latin typeface="Aharoni"/>
              <a:cs typeface="Aharoni"/>
            </a:endParaRPr>
          </a:p>
          <a:p>
            <a:pPr marL="695325">
              <a:spcBef>
                <a:spcPts val="315"/>
              </a:spcBef>
            </a:pPr>
            <a:r>
              <a:rPr lang="en-US" sz="1600" b="1" spc="-4" err="1">
                <a:latin typeface="Aharoni"/>
                <a:cs typeface="Aharoni"/>
              </a:rPr>
              <a:t>cout</a:t>
            </a:r>
            <a:r>
              <a:rPr sz="1600" b="1" spc="-4">
                <a:latin typeface="Aharoni"/>
                <a:cs typeface="Aharoni"/>
              </a:rPr>
              <a:t>&lt;&lt;num1&lt;&lt;“ is </a:t>
            </a:r>
            <a:r>
              <a:rPr sz="1600" b="1" spc="-8">
                <a:latin typeface="Aharoni"/>
                <a:cs typeface="Aharoni"/>
              </a:rPr>
              <a:t>not</a:t>
            </a:r>
            <a:r>
              <a:rPr sz="1600" b="1" spc="-4">
                <a:latin typeface="Aharoni"/>
                <a:cs typeface="Aharoni"/>
              </a:rPr>
              <a:t> greater”;</a:t>
            </a:r>
            <a:endParaRPr sz="1600">
              <a:latin typeface="Aharoni"/>
              <a:cs typeface="Aharoni"/>
            </a:endParaRPr>
          </a:p>
          <a:p>
            <a:pPr marL="695325">
              <a:spcBef>
                <a:spcPts val="315"/>
              </a:spcBef>
            </a:pPr>
            <a:r>
              <a:rPr sz="1600" b="1" spc="-4">
                <a:latin typeface="Aharoni"/>
                <a:cs typeface="Aharoni"/>
              </a:rPr>
              <a:t>}</a:t>
            </a:r>
            <a:endParaRPr sz="1600">
              <a:latin typeface="Aharoni"/>
              <a:cs typeface="Aharon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/>
          <a:lstStyle/>
          <a:p>
            <a:r>
              <a:rPr lang="en-US">
                <a:solidFill>
                  <a:srgbClr val="B80000"/>
                </a:solidFill>
              </a:rPr>
              <a:t>Matching the “else”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76200" y="838200"/>
            <a:ext cx="8763000" cy="5943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2200" b="1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14350" indent="-514350"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514350" indent="-514350">
              <a:buNone/>
            </a:pPr>
            <a:r>
              <a:rPr lang="en-US" sz="2200" b="1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 marL="514350" indent="-514350"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14350" indent="-514350"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a, b, c;</a:t>
            </a:r>
          </a:p>
          <a:p>
            <a:pPr marL="514350" indent="-514350"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&lt;&lt;“Enter three numbers, a, b, and c:\n”;</a:t>
            </a:r>
          </a:p>
          <a:p>
            <a:pPr marL="514350" indent="-514350"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&gt;&gt; a &gt;&gt; b &gt;&gt; c;</a:t>
            </a:r>
          </a:p>
          <a:p>
            <a:pPr marL="514350" indent="-514350"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if( a==b )</a:t>
            </a:r>
          </a:p>
          <a:p>
            <a:pPr marL="514350" indent="-514350"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	  if( b==c )</a:t>
            </a:r>
          </a:p>
          <a:p>
            <a:pPr marL="514350" indent="-514350"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	      </a:t>
            </a:r>
            <a:r>
              <a:rPr lang="en-US" sz="2200" b="1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&lt;&lt; “a, b, and c are the same\n”;</a:t>
            </a:r>
          </a:p>
          <a:p>
            <a:pPr marL="514350" indent="-514350"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marL="514350" indent="-514350"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sz="2200" b="1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&lt;&lt; “a and b are different\n”;</a:t>
            </a:r>
          </a:p>
          <a:p>
            <a:pPr marL="514350" indent="-514350">
              <a:buNone/>
            </a:pPr>
            <a:endParaRPr lang="en-US" sz="2200" b="1">
              <a:latin typeface="Courier New" pitchFamily="49" charset="0"/>
              <a:cs typeface="Courier New" pitchFamily="49" charset="0"/>
            </a:endParaRPr>
          </a:p>
          <a:p>
            <a:pPr marL="514350" indent="-514350"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514350" indent="-514350"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85800" y="4876800"/>
            <a:ext cx="7467600" cy="7386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100" b="1">
                <a:latin typeface="Courier New" pitchFamily="49" charset="0"/>
                <a:cs typeface="Courier New" pitchFamily="49" charset="0"/>
              </a:rPr>
              <a:t>    else</a:t>
            </a:r>
          </a:p>
          <a:p>
            <a:r>
              <a:rPr lang="en-US" sz="2100" b="1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100" b="1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100" b="1">
                <a:latin typeface="Courier New" pitchFamily="49" charset="0"/>
                <a:cs typeface="Courier New" pitchFamily="49" charset="0"/>
              </a:rPr>
              <a:t> &lt;&lt; “b and c are different\n”;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733800"/>
            <a:ext cx="8153400" cy="224676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514350" indent="-51435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if( a==b )</a:t>
            </a:r>
          </a:p>
          <a:p>
            <a:pPr marL="514350" indent="-51435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14350" indent="-51435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 if( b==c )</a:t>
            </a:r>
          </a:p>
          <a:p>
            <a:pPr marL="514350" indent="-51435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   </a:t>
            </a:r>
            <a:r>
              <a:rPr lang="en-US" sz="2000" b="1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&lt;&lt; “a, b, and c are the same\n”;</a:t>
            </a:r>
          </a:p>
          <a:p>
            <a:pPr marL="514350" indent="-51435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514350" indent="-51435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514350" indent="-51435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 </a:t>
            </a:r>
            <a:r>
              <a:rPr lang="en-US" sz="2000" b="1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&lt;&lt; “a and b are different\n”;</a:t>
            </a:r>
            <a:endParaRPr lang="en-US" sz="21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2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09600"/>
          </a:xfrm>
        </p:spPr>
        <p:txBody>
          <a:bodyPr>
            <a:noAutofit/>
          </a:bodyPr>
          <a:lstStyle/>
          <a:p>
            <a:r>
              <a:rPr lang="en-US" sz="3800">
                <a:solidFill>
                  <a:srgbClr val="B80000"/>
                </a:solidFill>
              </a:rPr>
              <a:t>Conditional Operator (Ternary operator)</a:t>
            </a:r>
            <a:endParaRPr lang="en-US" sz="3800" b="1">
              <a:solidFill>
                <a:srgbClr val="B80000"/>
              </a:solidFill>
              <a:latin typeface="Book Antiqua" pitchFamily="18" charset="0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9067800" cy="5943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b="1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30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x &gt; 0</a:t>
            </a:r>
            <a:r>
              <a:rPr lang="en-US" sz="3000" b="1">
                <a:latin typeface="Courier New" pitchFamily="49" charset="0"/>
                <a:cs typeface="Courier New" pitchFamily="49" charset="0"/>
              </a:rPr>
              <a:t>)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b="1">
                <a:latin typeface="Courier New" pitchFamily="49" charset="0"/>
                <a:cs typeface="Courier New" pitchFamily="49" charset="0"/>
              </a:rPr>
              <a:t>  	</a:t>
            </a:r>
            <a:r>
              <a:rPr lang="en-US" sz="3000" b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y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sz="3000" b="1">
                <a:latin typeface="Courier New" pitchFamily="49" charset="0"/>
                <a:cs typeface="Courier New" pitchFamily="49" charset="0"/>
              </a:rPr>
              <a:t>else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sz="3000" b="1">
                <a:latin typeface="Courier New" pitchFamily="49" charset="0"/>
                <a:cs typeface="Courier New" pitchFamily="49" charset="0"/>
              </a:rPr>
              <a:t>  	</a:t>
            </a:r>
            <a:r>
              <a:rPr lang="en-US" sz="3000" b="1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y = -1;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sz="3000"/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b="1">
                <a:solidFill>
                  <a:srgbClr val="2C14DE"/>
                </a:solidFill>
              </a:rPr>
              <a:t>				is equivalent to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sz="3000" b="1"/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sz="3000" b="1"/>
              <a:t>  y = (</a:t>
            </a:r>
            <a:r>
              <a:rPr lang="en-US" sz="3000" b="1">
                <a:solidFill>
                  <a:srgbClr val="2C14DE"/>
                </a:solidFill>
              </a:rPr>
              <a:t>x &gt; 0</a:t>
            </a:r>
            <a:r>
              <a:rPr lang="en-US" sz="3000" b="1"/>
              <a:t>) ? </a:t>
            </a:r>
            <a:r>
              <a:rPr lang="en-US" sz="3000" b="1">
                <a:solidFill>
                  <a:srgbClr val="008000"/>
                </a:solidFill>
              </a:rPr>
              <a:t>1</a:t>
            </a:r>
            <a:r>
              <a:rPr lang="en-US" sz="3000" b="1"/>
              <a:t> : </a:t>
            </a:r>
            <a:r>
              <a:rPr lang="en-US" sz="3000" b="1">
                <a:solidFill>
                  <a:srgbClr val="B80000"/>
                </a:solidFill>
              </a:rPr>
              <a:t>-1</a:t>
            </a:r>
            <a:r>
              <a:rPr lang="en-US" sz="3000" b="1"/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sz="3000"/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sz="3000"/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sz="3000" b="1" u="sng"/>
              <a:t>Syntax: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sz="3000" b="1"/>
              <a:t>		 result = (</a:t>
            </a:r>
            <a:r>
              <a:rPr lang="en-US" sz="3000" b="1">
                <a:solidFill>
                  <a:srgbClr val="2C14DE"/>
                </a:solidFill>
              </a:rPr>
              <a:t>condition</a:t>
            </a:r>
            <a:r>
              <a:rPr lang="en-US" sz="3000" b="1"/>
              <a:t>) ? </a:t>
            </a:r>
            <a:r>
              <a:rPr lang="en-US" sz="3000" b="1">
                <a:solidFill>
                  <a:srgbClr val="008000"/>
                </a:solidFill>
              </a:rPr>
              <a:t>Expression1</a:t>
            </a:r>
            <a:r>
              <a:rPr lang="en-US" sz="3000" b="1"/>
              <a:t> : </a:t>
            </a:r>
            <a:r>
              <a:rPr lang="en-US" sz="3000" b="1">
                <a:solidFill>
                  <a:srgbClr val="B80000"/>
                </a:solidFill>
              </a:rPr>
              <a:t>Expression2</a:t>
            </a:r>
            <a:r>
              <a:rPr lang="en-US" sz="3000" b="1"/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6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4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/>
          <a:lstStyle/>
          <a:p>
            <a:r>
              <a:rPr lang="en-US">
                <a:solidFill>
                  <a:srgbClr val="B80000"/>
                </a:solidFill>
              </a:rPr>
              <a:t>Conditional Operator, examples</a:t>
            </a:r>
            <a:endParaRPr lang="en-US" b="1">
              <a:solidFill>
                <a:srgbClr val="B80000"/>
              </a:solidFill>
              <a:latin typeface="Book Antiqua" pitchFamily="18" charset="0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0" y="1371600"/>
            <a:ext cx="9144000" cy="5257800"/>
          </a:xfrm>
        </p:spPr>
        <p:txBody>
          <a:bodyPr>
            <a:normAutofit/>
          </a:bodyPr>
          <a:lstStyle/>
          <a:p>
            <a:pPr>
              <a:buFont typeface="Monotype Sorts" pitchFamily="2" charset="2"/>
              <a:buNone/>
            </a:pPr>
            <a:r>
              <a:rPr lang="en-US" sz="3000" b="1" err="1">
                <a:latin typeface="+mj-lt"/>
              </a:rPr>
              <a:t>cout</a:t>
            </a:r>
            <a:r>
              <a:rPr lang="en-US" sz="3000" b="1">
                <a:latin typeface="+mj-lt"/>
              </a:rPr>
              <a:t> &lt;&lt; ((</a:t>
            </a:r>
            <a:r>
              <a:rPr lang="en-US" sz="3000" b="1">
                <a:solidFill>
                  <a:srgbClr val="2F1BC7"/>
                </a:solidFill>
                <a:latin typeface="+mj-lt"/>
              </a:rPr>
              <a:t>num % 2 == 0</a:t>
            </a:r>
            <a:r>
              <a:rPr lang="en-US" sz="3000" b="1">
                <a:latin typeface="+mj-lt"/>
              </a:rPr>
              <a:t>) ? "</a:t>
            </a:r>
            <a:r>
              <a:rPr lang="en-US" sz="3000" b="1">
                <a:solidFill>
                  <a:srgbClr val="008000"/>
                </a:solidFill>
                <a:latin typeface="+mj-lt"/>
              </a:rPr>
              <a:t>num is even</a:t>
            </a:r>
            <a:r>
              <a:rPr lang="en-US" sz="3000" b="1">
                <a:latin typeface="+mj-lt"/>
              </a:rPr>
              <a:t>" : "</a:t>
            </a:r>
            <a:r>
              <a:rPr lang="en-US" sz="3000" b="1">
                <a:solidFill>
                  <a:srgbClr val="B80000"/>
                </a:solidFill>
                <a:latin typeface="+mj-lt"/>
              </a:rPr>
              <a:t>num is odd</a:t>
            </a:r>
            <a:r>
              <a:rPr lang="en-US" sz="3000" b="1">
                <a:latin typeface="+mj-lt"/>
              </a:rPr>
              <a:t>");</a:t>
            </a:r>
          </a:p>
          <a:p>
            <a:pPr>
              <a:buFont typeface="Monotype Sorts" pitchFamily="2" charset="2"/>
              <a:buNone/>
            </a:pPr>
            <a:r>
              <a:rPr lang="en-US" sz="3000" b="1"/>
              <a:t> </a:t>
            </a:r>
            <a:r>
              <a:rPr lang="en-US" sz="3000" b="1" err="1"/>
              <a:t>int</a:t>
            </a:r>
            <a:r>
              <a:rPr lang="en-US" sz="3000" b="1"/>
              <a:t> </a:t>
            </a:r>
            <a:r>
              <a:rPr lang="en-US" sz="3000" b="1" err="1"/>
              <a:t>min_value</a:t>
            </a:r>
            <a:r>
              <a:rPr lang="en-US" sz="3000" b="1"/>
              <a:t> = (</a:t>
            </a:r>
            <a:r>
              <a:rPr lang="en-US" sz="3000" b="1">
                <a:solidFill>
                  <a:srgbClr val="2F1BC7"/>
                </a:solidFill>
              </a:rPr>
              <a:t>num1&lt;num2</a:t>
            </a:r>
            <a:r>
              <a:rPr lang="en-US" sz="3000" b="1"/>
              <a:t>) ? </a:t>
            </a:r>
            <a:r>
              <a:rPr lang="en-US" sz="3000" b="1">
                <a:solidFill>
                  <a:srgbClr val="008000"/>
                </a:solidFill>
              </a:rPr>
              <a:t>num1</a:t>
            </a:r>
            <a:r>
              <a:rPr lang="en-US" sz="3000" b="1"/>
              <a:t> : </a:t>
            </a:r>
            <a:r>
              <a:rPr lang="en-US" sz="3000" b="1">
                <a:solidFill>
                  <a:srgbClr val="B80000"/>
                </a:solidFill>
              </a:rPr>
              <a:t>num2</a:t>
            </a:r>
            <a:r>
              <a:rPr lang="en-US" sz="3000" b="1"/>
              <a:t>;</a:t>
            </a:r>
          </a:p>
          <a:p>
            <a:pPr>
              <a:buFont typeface="Monotype Sorts" pitchFamily="2" charset="2"/>
              <a:buNone/>
            </a:pPr>
            <a:r>
              <a:rPr lang="en-US" sz="3000" b="1"/>
              <a:t> unsigned </a:t>
            </a:r>
            <a:r>
              <a:rPr lang="en-US" sz="3000" b="1" err="1"/>
              <a:t>int</a:t>
            </a:r>
            <a:r>
              <a:rPr lang="en-US" sz="3000" b="1"/>
              <a:t> </a:t>
            </a:r>
            <a:r>
              <a:rPr lang="en-US" sz="3000" b="1" err="1"/>
              <a:t>absvalue</a:t>
            </a:r>
            <a:r>
              <a:rPr lang="en-US" sz="3000" b="1"/>
              <a:t> = (</a:t>
            </a:r>
            <a:r>
              <a:rPr lang="en-US" sz="3000" b="1">
                <a:solidFill>
                  <a:srgbClr val="2F1BC7"/>
                </a:solidFill>
              </a:rPr>
              <a:t>n&lt; 0</a:t>
            </a:r>
            <a:r>
              <a:rPr lang="en-US" sz="3000" b="1"/>
              <a:t>) ? </a:t>
            </a:r>
            <a:r>
              <a:rPr lang="en-US" sz="3000" b="1">
                <a:solidFill>
                  <a:srgbClr val="008000"/>
                </a:solidFill>
              </a:rPr>
              <a:t>-n</a:t>
            </a:r>
            <a:r>
              <a:rPr lang="en-US" sz="3000" b="1"/>
              <a:t> : </a:t>
            </a:r>
            <a:r>
              <a:rPr lang="en-US" sz="3000" b="1">
                <a:solidFill>
                  <a:srgbClr val="B80000"/>
                </a:solidFill>
              </a:rPr>
              <a:t>n</a:t>
            </a:r>
            <a:r>
              <a:rPr lang="en-US" sz="3000" b="1"/>
              <a:t>;</a:t>
            </a:r>
          </a:p>
          <a:p>
            <a:pPr>
              <a:buFont typeface="Monotype Sorts" pitchFamily="2" charset="2"/>
              <a:buNone/>
            </a:pPr>
            <a:endParaRPr lang="en-US" sz="3000" b="1">
              <a:latin typeface="+mj-lt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C1A57E-A984-178F-BC40-CC73EB1AF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925" y="3657600"/>
            <a:ext cx="6678275" cy="217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26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B80000"/>
                </a:solidFill>
                <a:cs typeface="Courier New" pitchFamily="49" charset="0"/>
              </a:rPr>
              <a:t>Switch - Syntax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990600"/>
            <a:ext cx="8610600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(Variable)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&lt;value_1&gt; :  statement1;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		       statement2;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		       statement3;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		       </a:t>
            </a: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200" b="1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&lt;value_2&gt; :  statement1;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		       statement2;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		       </a:t>
            </a: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200" b="1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&lt;value_3&gt; :  statement1;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		       </a:t>
            </a: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200" b="1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default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:		 statement1;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              		 statement2;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48400" y="5181600"/>
            <a:ext cx="1736486" cy="914400"/>
            <a:chOff x="6248400" y="5181600"/>
            <a:chExt cx="1736486" cy="914400"/>
          </a:xfrm>
        </p:grpSpPr>
        <p:sp>
          <p:nvSpPr>
            <p:cNvPr id="8" name="Right Brace 7"/>
            <p:cNvSpPr/>
            <p:nvPr/>
          </p:nvSpPr>
          <p:spPr>
            <a:xfrm>
              <a:off x="6248400" y="5181600"/>
              <a:ext cx="381000" cy="914400"/>
            </a:xfrm>
            <a:prstGeom prst="rightBrace">
              <a:avLst/>
            </a:prstGeom>
            <a:ln w="41275">
              <a:solidFill>
                <a:srgbClr val="B8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81800" y="5410200"/>
              <a:ext cx="12030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/>
                <a:t>Optional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272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B80000"/>
                </a:solidFill>
                <a:cs typeface="Courier New" pitchFamily="49" charset="0"/>
              </a:rPr>
              <a:t>Switch – Example-1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990600"/>
            <a:ext cx="8610600" cy="518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char grade;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&gt;&gt;grade;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200" b="1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(grade)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‘A’: </a:t>
            </a:r>
            <a:r>
              <a:rPr lang="en-US" sz="2200" b="1" err="1">
                <a:latin typeface="Courier New" pitchFamily="49" charset="0"/>
                <a:cs typeface="Courier New" pitchFamily="49" charset="0"/>
              </a:rPr>
              <a:t>tution_fees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*= 0.20; 		          		     </a:t>
            </a: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200" b="1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‘B’: </a:t>
            </a:r>
            <a:r>
              <a:rPr lang="en-US" sz="2200" b="1" err="1">
                <a:latin typeface="Courier New" pitchFamily="49" charset="0"/>
                <a:cs typeface="Courier New" pitchFamily="49" charset="0"/>
              </a:rPr>
              <a:t>tution_fees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*= 0.40; 		          			</a:t>
            </a: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200" b="1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‘C’: </a:t>
            </a:r>
            <a:r>
              <a:rPr lang="en-US" sz="2200" b="1" err="1">
                <a:latin typeface="Courier New" pitchFamily="49" charset="0"/>
                <a:cs typeface="Courier New" pitchFamily="49" charset="0"/>
              </a:rPr>
              <a:t>tution_fees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*= 0.60; 		          			</a:t>
            </a: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	default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:  </a:t>
            </a:r>
            <a:r>
              <a:rPr lang="en-US" sz="2200" b="1" err="1">
                <a:latin typeface="Courier New" pitchFamily="49" charset="0"/>
                <a:cs typeface="Courier New" pitchFamily="49" charset="0"/>
              </a:rPr>
              <a:t>tution_fees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*= 1;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b="1"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		          			</a:t>
            </a:r>
            <a:endParaRPr lang="en-US" sz="30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038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B80000"/>
                </a:solidFill>
                <a:cs typeface="Courier New" pitchFamily="49" charset="0"/>
              </a:rPr>
              <a:t>Switch – Example-2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990600"/>
            <a:ext cx="8610600" cy="405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	          			</a:t>
            </a:r>
            <a:endParaRPr lang="en-US" sz="3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152400" y="685800"/>
            <a:ext cx="8382000" cy="6093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err="1">
                <a:solidFill>
                  <a:srgbClr val="000000"/>
                </a:solidFill>
                <a:latin typeface="+mj-lt"/>
                <a:cs typeface="Arial" pitchFamily="34" charset="0"/>
              </a:rPr>
              <a:t>int</a:t>
            </a:r>
            <a:r>
              <a:rPr lang="en-US" sz="2600">
                <a:solidFill>
                  <a:srgbClr val="000000"/>
                </a:solidFill>
                <a:latin typeface="+mj-lt"/>
                <a:cs typeface="Arial" pitchFamily="34" charset="0"/>
              </a:rPr>
              <a:t>  day;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err="1">
                <a:solidFill>
                  <a:srgbClr val="000000"/>
                </a:solidFill>
                <a:latin typeface="+mj-lt"/>
                <a:cs typeface="Arial" pitchFamily="34" charset="0"/>
              </a:rPr>
              <a:t>cout</a:t>
            </a:r>
            <a:r>
              <a:rPr lang="en-US" sz="2600">
                <a:solidFill>
                  <a:srgbClr val="000000"/>
                </a:solidFill>
                <a:latin typeface="+mj-lt"/>
                <a:cs typeface="Arial" pitchFamily="34" charset="0"/>
              </a:rPr>
              <a:t>&lt;&lt;“Enter day number“;   </a:t>
            </a:r>
            <a:r>
              <a:rPr lang="en-US" sz="2600" err="1">
                <a:solidFill>
                  <a:srgbClr val="000000"/>
                </a:solidFill>
                <a:latin typeface="+mj-lt"/>
                <a:cs typeface="Arial" pitchFamily="34" charset="0"/>
              </a:rPr>
              <a:t>cin</a:t>
            </a:r>
            <a:r>
              <a:rPr lang="en-US" sz="2600">
                <a:solidFill>
                  <a:srgbClr val="000000"/>
                </a:solidFill>
                <a:latin typeface="+mj-lt"/>
                <a:cs typeface="Arial" pitchFamily="34" charset="0"/>
              </a:rPr>
              <a:t>&gt;&gt;day;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>
                <a:solidFill>
                  <a:srgbClr val="000000"/>
                </a:solidFill>
                <a:latin typeface="+mj-lt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switch (day) </a:t>
            </a:r>
            <a:b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</a:b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{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            </a:t>
            </a: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+mj-lt"/>
                <a:cs typeface="Arial" pitchFamily="34" charset="0"/>
              </a:rPr>
              <a:t>case 1 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>
                <a:solidFill>
                  <a:srgbClr val="008000"/>
                </a:solidFill>
                <a:latin typeface="+mj-lt"/>
                <a:cs typeface="Arial" pitchFamily="34" charset="0"/>
              </a:rPr>
              <a:t>	</a:t>
            </a: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+mj-lt"/>
                <a:cs typeface="Arial" pitchFamily="34" charset="0"/>
              </a:rPr>
              <a:t>case 7 : </a:t>
            </a:r>
            <a:r>
              <a:rPr kumimoji="0" lang="en-US" sz="2600" b="0" i="0" u="none" strike="noStrike" cap="none" normalizeH="0" baseline="0" err="1">
                <a:ln>
                  <a:noFill/>
                </a:ln>
                <a:solidFill>
                  <a:srgbClr val="008000"/>
                </a:solidFill>
                <a:effectLst/>
                <a:latin typeface="+mj-lt"/>
                <a:cs typeface="Arial" pitchFamily="34" charset="0"/>
              </a:rPr>
              <a:t>cout</a:t>
            </a: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+mj-lt"/>
                <a:cs typeface="Arial" pitchFamily="34" charset="0"/>
              </a:rPr>
              <a:t> &lt;&lt; "This is a weekend day";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>
                <a:solidFill>
                  <a:srgbClr val="000000"/>
                </a:solidFill>
                <a:latin typeface="+mj-lt"/>
                <a:cs typeface="Arial" pitchFamily="34" charset="0"/>
              </a:rPr>
              <a:t>		  </a:t>
            </a:r>
            <a:r>
              <a:rPr kumimoji="0" lang="en-US" sz="2600" b="1" i="0" u="none" strike="noStrike" cap="none" normalizeH="0" baseline="0">
                <a:ln>
                  <a:noFill/>
                </a:ln>
                <a:solidFill>
                  <a:srgbClr val="B80000"/>
                </a:solidFill>
                <a:effectLst/>
                <a:latin typeface="+mj-lt"/>
                <a:cs typeface="Arial" pitchFamily="34" charset="0"/>
              </a:rPr>
              <a:t>break;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>
                <a:solidFill>
                  <a:srgbClr val="000000"/>
                </a:solidFill>
                <a:latin typeface="+mj-lt"/>
                <a:cs typeface="Arial" pitchFamily="34" charset="0"/>
              </a:rPr>
              <a:t>	</a:t>
            </a: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Arial" pitchFamily="34" charset="0"/>
              </a:rPr>
              <a:t>case 2 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Arial" pitchFamily="34" charset="0"/>
              </a:rPr>
              <a:t>	case 3 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Arial" pitchFamily="34" charset="0"/>
              </a:rPr>
              <a:t>	case 4 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Arial" pitchFamily="34" charset="0"/>
              </a:rPr>
              <a:t>	case 5 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Arial" pitchFamily="34" charset="0"/>
              </a:rPr>
              <a:t>	case 6 : </a:t>
            </a:r>
            <a:r>
              <a:rPr kumimoji="0" lang="en-US" sz="2600" b="0" i="0" u="none" strike="noStrike" cap="none" normalizeH="0" baseline="0" err="1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Arial" pitchFamily="34" charset="0"/>
              </a:rPr>
              <a:t>cout</a:t>
            </a: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Arial" pitchFamily="34" charset="0"/>
              </a:rPr>
              <a:t> &lt;&lt; "This is a weekday"; </a:t>
            </a:r>
            <a:r>
              <a:rPr kumimoji="0" lang="en-US" sz="2600" b="1" i="0" u="none" strike="noStrike" cap="none" normalizeH="0" baseline="0">
                <a:ln>
                  <a:noFill/>
                </a:ln>
                <a:solidFill>
                  <a:srgbClr val="B80000"/>
                </a:solidFill>
                <a:effectLst/>
                <a:latin typeface="+mj-lt"/>
                <a:cs typeface="Arial" pitchFamily="34" charset="0"/>
              </a:rPr>
              <a:t>break;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	default : </a:t>
            </a:r>
            <a:r>
              <a:rPr kumimoji="0" lang="en-US" sz="26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cout</a:t>
            </a: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 &lt;&lt; "Not a legal day";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}</a:t>
            </a:r>
            <a:r>
              <a:rPr kumimoji="0" 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2336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B80000"/>
                </a:solidFill>
                <a:cs typeface="Courier New" pitchFamily="49" charset="0"/>
              </a:rPr>
              <a:t>Switch – Example-3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990600"/>
            <a:ext cx="8610600" cy="405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	          			</a:t>
            </a:r>
            <a:endParaRPr lang="en-US" sz="3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228600" y="838200"/>
            <a:ext cx="83820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>
                <a:solidFill>
                  <a:srgbClr val="000000"/>
                </a:solidFill>
                <a:latin typeface="+mj-lt"/>
                <a:cs typeface="Arial" pitchFamily="34" charset="0"/>
              </a:rPr>
              <a:t>int  a, b; </a:t>
            </a:r>
            <a:r>
              <a:rPr lang="en-US" sz="2800"/>
              <a:t>char key;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err="1"/>
              <a:t>cout</a:t>
            </a:r>
            <a:r>
              <a:rPr lang="en-US" sz="2800"/>
              <a:t>&lt;&lt;“\</a:t>
            </a:r>
            <a:r>
              <a:rPr lang="en-US" sz="2800" err="1"/>
              <a:t>nEnter</a:t>
            </a:r>
            <a:r>
              <a:rPr lang="en-US" sz="2800"/>
              <a:t> numbers: “;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err="1"/>
              <a:t>cin</a:t>
            </a:r>
            <a:r>
              <a:rPr lang="en-US" sz="2800"/>
              <a:t>&gt;&gt;a&gt;&gt;b;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err="1"/>
              <a:t>cout</a:t>
            </a:r>
            <a:r>
              <a:rPr lang="en-US" sz="2800"/>
              <a:t>&lt;&lt;“Enter an arithmetic operator”; 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err="1"/>
              <a:t>cin</a:t>
            </a:r>
            <a:r>
              <a:rPr lang="en-US" sz="2800"/>
              <a:t>&gt;&gt; key;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2C14DE"/>
                </a:solidFill>
              </a:rPr>
              <a:t>switch</a:t>
            </a:r>
            <a:r>
              <a:rPr lang="en-US" sz="2800"/>
              <a:t> (key)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/>
              <a:t>{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/>
              <a:t>	</a:t>
            </a:r>
            <a:r>
              <a:rPr lang="en-US" sz="2800">
                <a:solidFill>
                  <a:srgbClr val="2C14DE"/>
                </a:solidFill>
              </a:rPr>
              <a:t>case</a:t>
            </a:r>
            <a:r>
              <a:rPr lang="en-US" sz="2800"/>
              <a:t> ‘+’  :   </a:t>
            </a:r>
            <a:r>
              <a:rPr lang="en-US" sz="2800" err="1"/>
              <a:t>cout</a:t>
            </a:r>
            <a:r>
              <a:rPr lang="en-US" sz="2800"/>
              <a:t>&lt;&lt;(</a:t>
            </a:r>
            <a:r>
              <a:rPr lang="en-US" sz="2800" err="1"/>
              <a:t>a+b</a:t>
            </a:r>
            <a:r>
              <a:rPr lang="en-US" sz="2800"/>
              <a:t>);   break;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/>
              <a:t>	</a:t>
            </a:r>
            <a:r>
              <a:rPr lang="en-US" sz="2800">
                <a:solidFill>
                  <a:srgbClr val="2C14DE"/>
                </a:solidFill>
              </a:rPr>
              <a:t>case</a:t>
            </a:r>
            <a:r>
              <a:rPr lang="en-US" sz="2800"/>
              <a:t> ‘-’   :   </a:t>
            </a:r>
            <a:r>
              <a:rPr lang="en-US" sz="2800" err="1"/>
              <a:t>cout</a:t>
            </a:r>
            <a:r>
              <a:rPr lang="en-US" sz="2800"/>
              <a:t>&lt;&lt;(a-b);    break;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/>
              <a:t>	</a:t>
            </a:r>
            <a:r>
              <a:rPr lang="en-US" sz="2800">
                <a:solidFill>
                  <a:srgbClr val="2C14DE"/>
                </a:solidFill>
              </a:rPr>
              <a:t>case</a:t>
            </a:r>
            <a:r>
              <a:rPr lang="en-US" sz="2800"/>
              <a:t> ‘*’  :   </a:t>
            </a:r>
            <a:r>
              <a:rPr lang="en-US" sz="2800" err="1"/>
              <a:t>cout</a:t>
            </a:r>
            <a:r>
              <a:rPr lang="en-US" sz="2800"/>
              <a:t>&lt;&lt;(a*b);   break;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/>
              <a:t>	</a:t>
            </a:r>
            <a:r>
              <a:rPr lang="en-US" sz="2800">
                <a:solidFill>
                  <a:srgbClr val="2C14DE"/>
                </a:solidFill>
              </a:rPr>
              <a:t>case</a:t>
            </a:r>
            <a:r>
              <a:rPr lang="en-US" sz="2800"/>
              <a:t> ‘/’   :   </a:t>
            </a:r>
            <a:r>
              <a:rPr lang="en-US" sz="2800" err="1"/>
              <a:t>cout</a:t>
            </a:r>
            <a:r>
              <a:rPr lang="en-US" sz="2800"/>
              <a:t>&lt;&lt;(a/b);   break;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/>
              <a:t>	default   :   </a:t>
            </a:r>
            <a:r>
              <a:rPr lang="en-US" sz="2800" err="1"/>
              <a:t>cout</a:t>
            </a:r>
            <a:r>
              <a:rPr lang="en-US" sz="2800"/>
              <a:t>&lt;&lt;“Error: Invalid key…";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/>
              <a:t> }</a:t>
            </a: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864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B80000"/>
                </a:solidFill>
                <a:cs typeface="Courier New" pitchFamily="49" charset="0"/>
              </a:rPr>
              <a:t>Class Exercise-1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838200"/>
            <a:ext cx="86106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/>
          </a:p>
          <a:p>
            <a:pPr>
              <a:buFont typeface="Wingdings" pitchFamily="2" charset="2"/>
              <a:buChar char="Ø"/>
            </a:pPr>
            <a:r>
              <a:rPr lang="en-US" sz="3200">
                <a:solidFill>
                  <a:srgbClr val="2C14DE"/>
                </a:solidFill>
              </a:rPr>
              <a:t> What will be the output of the following code?</a:t>
            </a:r>
          </a:p>
          <a:p>
            <a:endParaRPr lang="en-US" sz="2400"/>
          </a:p>
          <a:p>
            <a:r>
              <a:rPr lang="en-US" sz="3000" err="1"/>
              <a:t>int</a:t>
            </a:r>
            <a:r>
              <a:rPr lang="en-US" sz="3000"/>
              <a:t> marks = 60;  </a:t>
            </a:r>
          </a:p>
          <a:p>
            <a:endParaRPr lang="en-US" sz="3000"/>
          </a:p>
          <a:p>
            <a:r>
              <a:rPr lang="en-US" sz="3000"/>
              <a:t>switch(marks)</a:t>
            </a:r>
          </a:p>
          <a:p>
            <a:r>
              <a:rPr lang="en-US" sz="3000"/>
              <a:t>{</a:t>
            </a:r>
          </a:p>
          <a:p>
            <a:r>
              <a:rPr lang="en-US" sz="3000"/>
              <a:t>       case  50 : </a:t>
            </a:r>
            <a:r>
              <a:rPr lang="en-US" sz="3000" err="1"/>
              <a:t>cout</a:t>
            </a:r>
            <a:r>
              <a:rPr lang="en-US" sz="3000"/>
              <a:t>&lt;&lt;”Passed”;</a:t>
            </a:r>
          </a:p>
          <a:p>
            <a:r>
              <a:rPr lang="en-US" sz="3000"/>
              <a:t>       case  60 : </a:t>
            </a:r>
            <a:r>
              <a:rPr lang="en-US" sz="3000" err="1"/>
              <a:t>cout</a:t>
            </a:r>
            <a:r>
              <a:rPr lang="en-US" sz="3000"/>
              <a:t>&lt;&lt;”Got C”;</a:t>
            </a:r>
          </a:p>
          <a:p>
            <a:r>
              <a:rPr lang="en-US" sz="3000"/>
              <a:t>       case  70 : </a:t>
            </a:r>
            <a:r>
              <a:rPr lang="en-US" sz="3000" err="1"/>
              <a:t>cout</a:t>
            </a:r>
            <a:r>
              <a:rPr lang="en-US" sz="3000"/>
              <a:t>&lt;&lt;”Got B”;</a:t>
            </a:r>
          </a:p>
          <a:p>
            <a:r>
              <a:rPr lang="en-US" sz="3000"/>
              <a:t>       case  80 : </a:t>
            </a:r>
            <a:r>
              <a:rPr lang="en-US" sz="3000" err="1"/>
              <a:t>cout</a:t>
            </a:r>
            <a:r>
              <a:rPr lang="en-US" sz="3000"/>
              <a:t>&lt;&lt;”Got A”;</a:t>
            </a:r>
          </a:p>
          <a:p>
            <a:r>
              <a:rPr lang="en-US" sz="3000"/>
              <a:t>}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19975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B80000"/>
                </a:solidFill>
                <a:cs typeface="Courier New" pitchFamily="49" charset="0"/>
              </a:rPr>
              <a:t>Class Exercise-2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2886" y="1600200"/>
            <a:ext cx="7761514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/>
          </a:p>
          <a:p>
            <a:pPr>
              <a:buFont typeface="Wingdings" pitchFamily="2" charset="2"/>
              <a:buChar char="Ø"/>
            </a:pPr>
            <a:r>
              <a:rPr lang="en-US" sz="3200">
                <a:solidFill>
                  <a:srgbClr val="2C14DE"/>
                </a:solidFill>
              </a:rPr>
              <a:t> What will be the output of the following code?</a:t>
            </a:r>
          </a:p>
          <a:p>
            <a:endParaRPr lang="en-US" sz="2400"/>
          </a:p>
          <a:p>
            <a:r>
              <a:rPr lang="en-US" sz="3200" err="1"/>
              <a:t>int</a:t>
            </a:r>
            <a:r>
              <a:rPr lang="en-US" sz="3200"/>
              <a:t> n = -29;</a:t>
            </a:r>
          </a:p>
          <a:p>
            <a:r>
              <a:rPr lang="en-US" sz="3200" err="1"/>
              <a:t>int</a:t>
            </a:r>
            <a:r>
              <a:rPr lang="en-US" sz="3200"/>
              <a:t> temp = (n&lt;0)?-n:n;</a:t>
            </a:r>
          </a:p>
          <a:p>
            <a:r>
              <a:rPr lang="en-US" sz="3200" err="1"/>
              <a:t>cout</a:t>
            </a:r>
            <a:r>
              <a:rPr lang="en-US" sz="3200"/>
              <a:t>&lt;&lt;temp;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57942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B80000"/>
                </a:solidFill>
                <a:cs typeface="Courier New" pitchFamily="49" charset="0"/>
              </a:rPr>
              <a:t>Class Exercise-3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990600"/>
            <a:ext cx="86106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/>
          </a:p>
          <a:p>
            <a:pPr>
              <a:buFont typeface="Wingdings" pitchFamily="2" charset="2"/>
              <a:buChar char="Ø"/>
            </a:pPr>
            <a:r>
              <a:rPr lang="en-US" sz="3200">
                <a:solidFill>
                  <a:srgbClr val="2C14DE"/>
                </a:solidFill>
              </a:rPr>
              <a:t> What will be the output of the following code?</a:t>
            </a:r>
          </a:p>
          <a:p>
            <a:endParaRPr lang="en-US" sz="2400"/>
          </a:p>
          <a:p>
            <a:r>
              <a:rPr lang="en-US" sz="3200" err="1"/>
              <a:t>int</a:t>
            </a:r>
            <a:r>
              <a:rPr lang="en-US" sz="3200"/>
              <a:t> x=21, y=31, z=44;</a:t>
            </a:r>
          </a:p>
          <a:p>
            <a:endParaRPr lang="en-US" sz="3200"/>
          </a:p>
          <a:p>
            <a:r>
              <a:rPr lang="de-DE" sz="3200"/>
              <a:t>if( ( x&gt;16) &amp;&amp; (y&gt;x) || (z%2==0) )</a:t>
            </a:r>
            <a:endParaRPr lang="en-US" sz="3200"/>
          </a:p>
          <a:p>
            <a:r>
              <a:rPr lang="de-DE" sz="3200"/>
              <a:t>        cout&lt;&lt;“Hello“;</a:t>
            </a:r>
            <a:endParaRPr lang="en-US" sz="3200"/>
          </a:p>
          <a:p>
            <a:r>
              <a:rPr lang="de-DE" sz="3200"/>
              <a:t>else</a:t>
            </a:r>
            <a:endParaRPr lang="en-US" sz="3200"/>
          </a:p>
          <a:p>
            <a:r>
              <a:rPr lang="de-DE" sz="3200"/>
              <a:t>        cout&lt;&lt;“World!“;</a:t>
            </a:r>
            <a:endParaRPr lang="en-US" sz="32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426861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B80000"/>
                </a:solidFill>
                <a:cs typeface="Courier New" pitchFamily="49" charset="0"/>
              </a:rPr>
              <a:t>Class Exercise-4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990600"/>
            <a:ext cx="85344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/>
          </a:p>
          <a:p>
            <a:pPr>
              <a:buFont typeface="Wingdings" pitchFamily="2" charset="2"/>
              <a:buChar char="Ø"/>
            </a:pPr>
            <a:r>
              <a:rPr lang="en-US" sz="3200">
                <a:solidFill>
                  <a:srgbClr val="2C14DE"/>
                </a:solidFill>
              </a:rPr>
              <a:t> What will be the output of the following code?</a:t>
            </a:r>
          </a:p>
          <a:p>
            <a:endParaRPr lang="en-US" sz="2400"/>
          </a:p>
          <a:p>
            <a:r>
              <a:rPr lang="en-US" sz="3200" err="1"/>
              <a:t>int</a:t>
            </a:r>
            <a:r>
              <a:rPr lang="en-US" sz="3200"/>
              <a:t> a = 5, b = 30;</a:t>
            </a:r>
          </a:p>
          <a:p>
            <a:r>
              <a:rPr lang="en-US" sz="3200"/>
              <a:t>       if(a &gt; b)</a:t>
            </a:r>
          </a:p>
          <a:p>
            <a:r>
              <a:rPr lang="en-US" sz="3200"/>
              <a:t>              if(b &gt; 0)</a:t>
            </a:r>
          </a:p>
          <a:p>
            <a:r>
              <a:rPr lang="en-US" sz="3200"/>
              <a:t>                      a = a + 5;</a:t>
            </a:r>
          </a:p>
          <a:p>
            <a:r>
              <a:rPr lang="en-US" sz="3200"/>
              <a:t>             else</a:t>
            </a:r>
          </a:p>
          <a:p>
            <a:r>
              <a:rPr lang="en-US" sz="3200"/>
              <a:t>                      if(b &gt;= 30)</a:t>
            </a:r>
          </a:p>
          <a:p>
            <a:r>
              <a:rPr lang="en-US" sz="3200"/>
              <a:t>                                b = b * 10;  </a:t>
            </a:r>
          </a:p>
          <a:p>
            <a:r>
              <a:rPr lang="en-US" sz="3200"/>
              <a:t> </a:t>
            </a:r>
            <a:r>
              <a:rPr lang="en-US" sz="3200" err="1"/>
              <a:t>cout</a:t>
            </a:r>
            <a:r>
              <a:rPr lang="en-US" sz="3200"/>
              <a:t>&lt;&lt;”a=”&lt;&lt;a&lt;&lt;” ”&lt;&lt;”, b=”&lt;&lt;b;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29150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53400" cy="83820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B80000"/>
                </a:solidFill>
                <a:cs typeface="Courier New" pitchFamily="49" charset="0"/>
              </a:rPr>
              <a:t>Class Exercise-5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990600"/>
            <a:ext cx="8382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/>
          </a:p>
          <a:p>
            <a:pPr>
              <a:buFont typeface="Wingdings" pitchFamily="2" charset="2"/>
              <a:buChar char="Ø"/>
            </a:pPr>
            <a:r>
              <a:rPr lang="en-US" sz="3200">
                <a:solidFill>
                  <a:srgbClr val="2C14DE"/>
                </a:solidFill>
              </a:rPr>
              <a:t> What will be the output of the following code?</a:t>
            </a:r>
          </a:p>
          <a:p>
            <a:endParaRPr lang="en-US" sz="2400"/>
          </a:p>
          <a:p>
            <a:r>
              <a:rPr lang="en-US" sz="3200" err="1"/>
              <a:t>int</a:t>
            </a:r>
            <a:r>
              <a:rPr lang="en-US" sz="3200"/>
              <a:t> x = 5, y = 30;</a:t>
            </a:r>
          </a:p>
          <a:p>
            <a:endParaRPr lang="en-US" sz="3200"/>
          </a:p>
          <a:p>
            <a:r>
              <a:rPr lang="en-US" sz="3200"/>
              <a:t>if(y/x &gt; 2)</a:t>
            </a:r>
          </a:p>
          <a:p>
            <a:r>
              <a:rPr lang="en-US" sz="3200"/>
              <a:t>        if(y % x !=2)</a:t>
            </a:r>
          </a:p>
          <a:p>
            <a:r>
              <a:rPr lang="en-US" sz="3200"/>
              <a:t>                 x = x + 2;</a:t>
            </a:r>
          </a:p>
          <a:p>
            <a:r>
              <a:rPr lang="en-US" sz="3200"/>
              <a:t> </a:t>
            </a:r>
          </a:p>
          <a:p>
            <a:r>
              <a:rPr lang="en-US" sz="3200" err="1"/>
              <a:t>cout</a:t>
            </a:r>
            <a:r>
              <a:rPr lang="en-US" sz="3200"/>
              <a:t>&lt;&lt;x&lt;&lt;”\n“&lt;&lt;y;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2449997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Savon</vt:lpstr>
      <vt:lpstr>PowerPoint Presentation</vt:lpstr>
      <vt:lpstr>PowerPoint Presentation</vt:lpstr>
      <vt:lpstr>Nested if</vt:lpstr>
      <vt:lpstr>Matching the “else”</vt:lpstr>
      <vt:lpstr>Conditional Operator (Ternary operator)</vt:lpstr>
      <vt:lpstr>Conditional Operator, examples</vt:lpstr>
      <vt:lpstr>Switch - Syntax</vt:lpstr>
      <vt:lpstr>Switch – Example-1</vt:lpstr>
      <vt:lpstr>Switch – Example-2</vt:lpstr>
      <vt:lpstr>Switch – Example-3</vt:lpstr>
      <vt:lpstr>Class Exercise-1</vt:lpstr>
      <vt:lpstr>Class Exercise-2</vt:lpstr>
      <vt:lpstr>Class Exercise-3</vt:lpstr>
      <vt:lpstr>Class Exercise-4</vt:lpstr>
      <vt:lpstr>Class Exercise-5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revision>1</cp:revision>
  <dcterms:created xsi:type="dcterms:W3CDTF">2012-08-28T12:59:58Z</dcterms:created>
  <dcterms:modified xsi:type="dcterms:W3CDTF">2026-03-02T05:10:54Z</dcterms:modified>
</cp:coreProperties>
</file>