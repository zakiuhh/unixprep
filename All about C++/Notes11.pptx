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680" r:id="rId1"/>
  </p:sldMasterIdLst>
  <p:notesMasterIdLst>
    <p:notesMasterId r:id="rId36"/>
  </p:notesMasterIdLst>
  <p:handoutMasterIdLst>
    <p:handoutMasterId r:id="rId37"/>
  </p:handoutMasterIdLst>
  <p:sldIdLst>
    <p:sldId id="298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699" r:id="rId14"/>
    <p:sldId id="700" r:id="rId15"/>
    <p:sldId id="701" r:id="rId16"/>
    <p:sldId id="702" r:id="rId17"/>
    <p:sldId id="703" r:id="rId18"/>
    <p:sldId id="704" r:id="rId19"/>
    <p:sldId id="705" r:id="rId20"/>
    <p:sldId id="706" r:id="rId21"/>
    <p:sldId id="707" r:id="rId22"/>
    <p:sldId id="708" r:id="rId23"/>
    <p:sldId id="709" r:id="rId24"/>
    <p:sldId id="710" r:id="rId25"/>
    <p:sldId id="711" r:id="rId26"/>
    <p:sldId id="712" r:id="rId27"/>
    <p:sldId id="713" r:id="rId28"/>
    <p:sldId id="714" r:id="rId29"/>
    <p:sldId id="715" r:id="rId30"/>
    <p:sldId id="716" r:id="rId31"/>
    <p:sldId id="717" r:id="rId32"/>
    <p:sldId id="718" r:id="rId33"/>
    <p:sldId id="719" r:id="rId34"/>
    <p:sldId id="72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7AC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4" autoAdjust="0"/>
    <p:restoredTop sz="84448" autoAdjust="0"/>
  </p:normalViewPr>
  <p:slideViewPr>
    <p:cSldViewPr snapToGrid="0">
      <p:cViewPr varScale="1">
        <p:scale>
          <a:sx n="103" d="100"/>
          <a:sy n="103" d="100"/>
        </p:scale>
        <p:origin x="600" y="18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1513D-0F7A-4D8F-974A-5B4571666E2E}" type="datetimeFigureOut">
              <a:rPr lang="en-US" smtClean="0"/>
              <a:pPr/>
              <a:t>10/17/24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Engr.Shahzad Ahmad Malik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750D-19F9-43E2-8DCA-5F73DC52FC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A57AB-4DA4-46DF-9437-D4198BCC5DE0}" type="datetimeFigureOut">
              <a:rPr lang="en-US"/>
              <a:pPr/>
              <a:t>10/17/24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Engr.Shahzad Ahmad Malik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C3941-80FA-4FAF-B0AC-18F0E4CC32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67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46785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55789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919719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95340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9109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96822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73717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206732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94366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0704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1130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763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pos="9216" userDrawn="1">
          <p15:clr>
            <a:srgbClr val="F26B43"/>
          </p15:clr>
        </p15:guide>
        <p15:guide id="13" pos="1248" userDrawn="1">
          <p15:clr>
            <a:srgbClr val="F26B43"/>
          </p15:clr>
        </p15:guide>
        <p15:guide id="14" pos="1152" userDrawn="1">
          <p15:clr>
            <a:srgbClr val="F26B43"/>
          </p15:clr>
        </p15:guide>
        <p15:guide id="15" orient="horz" pos="1368" userDrawn="1">
          <p15:clr>
            <a:srgbClr val="F26B43"/>
          </p15:clr>
        </p15:guide>
        <p15:guide id="16" orient="horz" pos="1440" userDrawn="1">
          <p15:clr>
            <a:srgbClr val="F26B43"/>
          </p15:clr>
        </p15:guide>
        <p15:guide id="17" orient="horz" pos="3696" userDrawn="1">
          <p15:clr>
            <a:srgbClr val="F26B43"/>
          </p15:clr>
        </p15:guide>
        <p15:guide id="18" orient="horz" pos="432" userDrawn="1">
          <p15:clr>
            <a:srgbClr val="F26B43"/>
          </p15:clr>
        </p15:guide>
        <p15:guide id="19" orient="horz" pos="1512" userDrawn="1">
          <p15:clr>
            <a:srgbClr val="F26B43"/>
          </p15:clr>
        </p15:guide>
        <p15:guide id="20" pos="6912" userDrawn="1">
          <p15:clr>
            <a:srgbClr val="F26B43"/>
          </p15:clr>
        </p15:guide>
        <p15:guide id="21" pos="936" userDrawn="1">
          <p15:clr>
            <a:srgbClr val="F26B43"/>
          </p15:clr>
        </p15:guide>
        <p15:guide id="22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B3DD-A758-5B69-A9CC-1CC2E394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5" name="Picture 5" descr="C:\Users\SALMAN\Desktop\cp 1\org.solovyev.android.calculator.png">
            <a:extLst>
              <a:ext uri="{FF2B5EF4-FFF2-40B4-BE49-F238E27FC236}">
                <a16:creationId xmlns:a16="http://schemas.microsoft.com/office/drawing/2014/main" id="{8C56617C-031F-653A-9790-3C697158C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238258"/>
            <a:ext cx="1981200" cy="1981200"/>
          </a:xfrm>
          <a:prstGeom prst="rect">
            <a:avLst/>
          </a:prstGeom>
          <a:noFill/>
        </p:spPr>
      </p:pic>
      <p:pic>
        <p:nvPicPr>
          <p:cNvPr id="6" name="Picture 2" descr="Comsats University Logo - CrystalPng">
            <a:extLst>
              <a:ext uri="{FF2B5EF4-FFF2-40B4-BE49-F238E27FC236}">
                <a16:creationId xmlns:a16="http://schemas.microsoft.com/office/drawing/2014/main" id="{85E4A07D-75EE-43FA-7AC1-1FC880BA9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1" y="169506"/>
            <a:ext cx="1282245" cy="128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F021BB-0692-5DC3-1857-900ECE8695D1}"/>
              </a:ext>
            </a:extLst>
          </p:cNvPr>
          <p:cNvSpPr txBox="1"/>
          <p:nvPr/>
        </p:nvSpPr>
        <p:spPr>
          <a:xfrm>
            <a:off x="2010697" y="3958108"/>
            <a:ext cx="3124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Taimur Sajjad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400" dirty="0">
                <a:solidFill>
                  <a:schemeClr val="bg1"/>
                </a:solidFill>
              </a:rPr>
              <a:t>MS(Data Science)</a:t>
            </a:r>
            <a:endParaRPr lang="en-PK" sz="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3DC6E6-C348-1BA2-E017-BEEED77C51EE}"/>
              </a:ext>
            </a:extLst>
          </p:cNvPr>
          <p:cNvSpPr txBox="1"/>
          <p:nvPr/>
        </p:nvSpPr>
        <p:spPr>
          <a:xfrm>
            <a:off x="4976354" y="1868843"/>
            <a:ext cx="513489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Fundamentals</a:t>
            </a:r>
            <a:endParaRPr lang="en-PK" sz="2800" dirty="0"/>
          </a:p>
          <a:p>
            <a:endParaRPr lang="en-US" sz="2800" dirty="0"/>
          </a:p>
          <a:p>
            <a:endParaRPr lang="en-US" sz="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B9442-1567-D0B7-528E-2A268ED3728B}"/>
              </a:ext>
            </a:extLst>
          </p:cNvPr>
          <p:cNvSpPr txBox="1"/>
          <p:nvPr/>
        </p:nvSpPr>
        <p:spPr>
          <a:xfrm>
            <a:off x="2000865" y="4556854"/>
            <a:ext cx="47538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MS(Mob. Computing)</a:t>
            </a:r>
          </a:p>
          <a:p>
            <a:r>
              <a:rPr lang="en-US" dirty="0"/>
              <a:t>Lecturer (Computer Science),, </a:t>
            </a:r>
          </a:p>
          <a:p>
            <a:r>
              <a:rPr lang="en-US" dirty="0"/>
              <a:t>CUI Wah Campus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4497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D143F2-4789-496E-B7A4-E886AF73B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4237" r="39338" b="22109"/>
          <a:stretch/>
        </p:blipFill>
        <p:spPr>
          <a:xfrm>
            <a:off x="1371600" y="685800"/>
            <a:ext cx="8208668" cy="545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0061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4F64CC-1E7F-45CE-8DEB-2D3FE91C8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517" t="25348" r="38506" b="23958"/>
          <a:stretch/>
        </p:blipFill>
        <p:spPr>
          <a:xfrm>
            <a:off x="1371600" y="685800"/>
            <a:ext cx="7289762" cy="451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1732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DE34A9-E4CE-4908-B43B-0A9F8B942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350" t="24607" r="39754" b="22109"/>
          <a:stretch/>
        </p:blipFill>
        <p:spPr>
          <a:xfrm>
            <a:off x="1371600" y="685800"/>
            <a:ext cx="7437140" cy="50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3076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4A33E6-C317-4D46-AE92-014369F8A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6" t="24237" r="39338" b="21740"/>
          <a:stretch/>
        </p:blipFill>
        <p:spPr>
          <a:xfrm>
            <a:off x="1371600" y="685800"/>
            <a:ext cx="7827676" cy="529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2390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18379F-15D4-4F9A-8F71-C1899EC0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1" t="23867" r="40170" b="23219"/>
          <a:stretch/>
        </p:blipFill>
        <p:spPr>
          <a:xfrm>
            <a:off x="1371600" y="685799"/>
            <a:ext cx="7772400" cy="516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2847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3D7583-4DC1-4E77-A5AA-859F1BA17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62" t="23867" r="39130" b="25068"/>
          <a:stretch/>
        </p:blipFill>
        <p:spPr>
          <a:xfrm>
            <a:off x="1219200" y="685799"/>
            <a:ext cx="8691338" cy="53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9432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B4BC7F-3D7D-4A66-B3A0-4952BBB23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806" t="24237" r="39962" b="21369"/>
          <a:stretch/>
        </p:blipFill>
        <p:spPr>
          <a:xfrm>
            <a:off x="1371600" y="685800"/>
            <a:ext cx="7467600" cy="540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236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DB2018-A157-45B6-AB4A-A04B33A11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57" t="23867" r="40379" b="21369"/>
          <a:stretch/>
        </p:blipFill>
        <p:spPr>
          <a:xfrm>
            <a:off x="1371600" y="685800"/>
            <a:ext cx="7653130" cy="54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44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AFD5A4-3E49-455D-9985-0FE37F0C6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7" t="23867" r="39338" b="24330"/>
          <a:stretch/>
        </p:blipFill>
        <p:spPr>
          <a:xfrm>
            <a:off x="1371600" y="685800"/>
            <a:ext cx="7375967" cy="4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770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B45A-168B-4124-9ABE-12FA2B85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E6A2C7-8BDB-488D-8263-0C183F9EC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2" t="24607" r="39546" b="21739"/>
          <a:stretch/>
        </p:blipFill>
        <p:spPr>
          <a:xfrm>
            <a:off x="1371599" y="781879"/>
            <a:ext cx="7401339" cy="49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208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46EF-E55D-4DF4-9E4E-633F80DC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4358F1-A0D9-4F17-BC06-C0258EFC8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517" t="24237" r="39962" b="22109"/>
          <a:stretch/>
        </p:blipFill>
        <p:spPr>
          <a:xfrm>
            <a:off x="1371600" y="685800"/>
            <a:ext cx="7490857" cy="50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5242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D6F8-C07D-4561-866F-CC2EF6C2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005166-4DA4-4803-9631-5571FF7EA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4607" r="39754" b="23219"/>
          <a:stretch/>
        </p:blipFill>
        <p:spPr>
          <a:xfrm>
            <a:off x="1371600" y="647700"/>
            <a:ext cx="8168489" cy="53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460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3E8A-4D5D-4DE7-B66E-CD4C162C9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AAE463-F56E-4DFC-8C9F-1F7D6E6FF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69" t="23497" r="40378" b="24699"/>
          <a:stretch/>
        </p:blipFill>
        <p:spPr>
          <a:xfrm>
            <a:off x="1371600" y="685800"/>
            <a:ext cx="7593876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942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5292-D7BD-4E7C-8462-98A93C07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887CEF-41AB-4846-899C-471530951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93" t="24237" r="38714" b="20999"/>
          <a:stretch/>
        </p:blipFill>
        <p:spPr>
          <a:xfrm>
            <a:off x="1371600" y="685800"/>
            <a:ext cx="7208375" cy="478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1754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335B-41D0-479D-BD4D-5F3BD967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021AD8-D893-4F23-A07D-1AE122ACB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4237" r="40586" b="22849"/>
          <a:stretch/>
        </p:blipFill>
        <p:spPr>
          <a:xfrm>
            <a:off x="1371600" y="685800"/>
            <a:ext cx="8314813" cy="566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5205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CC36-863E-4430-9622-7EE9155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25E7B1-56E5-4B07-909F-59B61C63C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61" t="23497" r="39338" b="21369"/>
          <a:stretch/>
        </p:blipFill>
        <p:spPr>
          <a:xfrm>
            <a:off x="1371600" y="685800"/>
            <a:ext cx="6639250" cy="441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7784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14C3-46AE-4170-836E-AF12F5D6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0F23F7-B2EE-45EA-BAF3-6ABDD55AC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3867" r="39546" b="23219"/>
          <a:stretch/>
        </p:blipFill>
        <p:spPr>
          <a:xfrm>
            <a:off x="1371600" y="685799"/>
            <a:ext cx="7533861" cy="501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585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6BFD-83A1-4740-85E5-2DBF3C3E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F1A524-95B3-4C74-AEA4-4402BFA04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4237" r="38298" b="22479"/>
          <a:stretch/>
        </p:blipFill>
        <p:spPr>
          <a:xfrm>
            <a:off x="1384851" y="684146"/>
            <a:ext cx="7817573" cy="50938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AF7EF9-35A7-432C-9584-0C3D5E159805}"/>
              </a:ext>
            </a:extLst>
          </p:cNvPr>
          <p:cNvSpPr txBox="1"/>
          <p:nvPr/>
        </p:nvSpPr>
        <p:spPr>
          <a:xfrm>
            <a:off x="3252803" y="2385391"/>
            <a:ext cx="709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0559086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97B3-B190-4F19-9685-56C8D7BC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456DB1-3DF8-41A0-AF3C-EA6A873F5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4608" r="40170" b="23958"/>
          <a:stretch/>
        </p:blipFill>
        <p:spPr>
          <a:xfrm>
            <a:off x="1371600" y="685800"/>
            <a:ext cx="6326342" cy="41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0224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347A-8208-4E10-9E8B-BC138AA7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47269D-1BD7-4F4D-A8DE-7E85C52CD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3867" r="38714" b="20259"/>
          <a:stretch/>
        </p:blipFill>
        <p:spPr>
          <a:xfrm>
            <a:off x="1371600" y="685800"/>
            <a:ext cx="7207516" cy="496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5403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5056-22D7-4AF6-89A2-284000D6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073F82-6344-453B-BFB1-D3644981B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2" t="23867" r="39130" b="20999"/>
          <a:stretch/>
        </p:blipFill>
        <p:spPr>
          <a:xfrm>
            <a:off x="1371600" y="685799"/>
            <a:ext cx="7636008" cy="517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5533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6747-36BE-49BF-9786-8FB94E7E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183E83-F47F-4263-A195-D864F8B6A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4236" r="40378" b="23589"/>
          <a:stretch/>
        </p:blipFill>
        <p:spPr>
          <a:xfrm>
            <a:off x="1371600" y="685799"/>
            <a:ext cx="7996957" cy="534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9737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4D4E-2960-4D9E-9C06-41539EB3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954C2C-2CA0-42CC-86A0-3DFB5CBB3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3867" r="39962" b="21739"/>
          <a:stretch/>
        </p:blipFill>
        <p:spPr>
          <a:xfrm>
            <a:off x="1371600" y="685800"/>
            <a:ext cx="7583374" cy="518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5015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78F2-902D-4D42-B312-AD05E515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28D30F-8D52-411E-B327-3CB1CD4E0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8" t="24607" r="39754" b="24698"/>
          <a:stretch/>
        </p:blipFill>
        <p:spPr>
          <a:xfrm>
            <a:off x="1371600" y="685800"/>
            <a:ext cx="7490869" cy="466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7221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7F4091-7030-4FA2-B76B-87788CFE7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3867" r="39546" b="23589"/>
          <a:stretch/>
        </p:blipFill>
        <p:spPr>
          <a:xfrm>
            <a:off x="1371599" y="685800"/>
            <a:ext cx="8125939" cy="531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3768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88DA53-0BDC-4F1D-A67F-9F7AF8298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135" t="24237" r="39338" b="21740"/>
          <a:stretch/>
        </p:blipFill>
        <p:spPr>
          <a:xfrm>
            <a:off x="1371600" y="685800"/>
            <a:ext cx="5898124" cy="453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8677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C47F63-E96E-498E-A331-42EFC6FC2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33" t="23867" r="38506" b="21739"/>
          <a:stretch/>
        </p:blipFill>
        <p:spPr>
          <a:xfrm>
            <a:off x="1371600" y="685800"/>
            <a:ext cx="7127234" cy="478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9504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F812-324D-450F-B7F8-99E092A5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685E72-897E-4156-942A-106A38104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93" t="24607" r="40170" b="25068"/>
          <a:stretch/>
        </p:blipFill>
        <p:spPr>
          <a:xfrm>
            <a:off x="1371600" y="685800"/>
            <a:ext cx="7892840" cy="496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96833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74EE-67C0-482B-BB24-A27EB502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1BD459-B6F1-4B0B-972A-3F0865A75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517" t="23867" r="39130" b="21369"/>
          <a:stretch/>
        </p:blipFill>
        <p:spPr>
          <a:xfrm>
            <a:off x="1371600" y="685800"/>
            <a:ext cx="6792993" cy="46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635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8CAF-358F-4E1F-8FFA-4E4376E0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BD1770-BA31-4725-874C-5B2819B16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41" t="23867" r="39339" b="26549"/>
          <a:stretch/>
        </p:blipFill>
        <p:spPr>
          <a:xfrm>
            <a:off x="1371600" y="685800"/>
            <a:ext cx="7216894" cy="451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74424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93AE-2BD8-403F-9025-37CC7F31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69B0EB-3123-486F-97C9-58B06865C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349" t="24237" r="40170" b="22479"/>
          <a:stretch/>
        </p:blipFill>
        <p:spPr>
          <a:xfrm>
            <a:off x="1371600" y="685800"/>
            <a:ext cx="7429154" cy="511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6232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9C83-555A-4435-AAA8-447CD832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B9B819-1982-4016-9CBE-3229EFD77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4608" r="40378" b="23958"/>
          <a:stretch/>
        </p:blipFill>
        <p:spPr>
          <a:xfrm>
            <a:off x="1371599" y="685800"/>
            <a:ext cx="7890741" cy="519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0859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D378-9ED1-41B5-AEF7-49CFB36D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9319B9-49C3-42D3-933D-AFA15A9E6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34" t="24977" r="39338" b="22849"/>
          <a:stretch/>
        </p:blipFill>
        <p:spPr>
          <a:xfrm>
            <a:off x="1371599" y="685800"/>
            <a:ext cx="8067731" cy="529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1956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3508</TotalTime>
  <Words>26</Words>
  <Application>Microsoft Macintosh PowerPoint</Application>
  <PresentationFormat>Widescreen</PresentationFormat>
  <Paragraphs>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Calibri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saadi khan</dc:creator>
  <cp:lastModifiedBy>Taimur Sajjad</cp:lastModifiedBy>
  <cp:revision>640</cp:revision>
  <dcterms:created xsi:type="dcterms:W3CDTF">2014-09-12T02:11:33Z</dcterms:created>
  <dcterms:modified xsi:type="dcterms:W3CDTF">2024-10-17T08:33:42Z</dcterms:modified>
</cp:coreProperties>
</file>